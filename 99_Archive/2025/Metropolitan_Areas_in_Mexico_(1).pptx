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58" r:id="rId3"/>
    <p:sldId id="259" r:id="rId4"/>
    <p:sldId id="265" r:id="rId5"/>
    <p:sldId id="264" r:id="rId6"/>
    <p:sldId id="267" r:id="rId7"/>
    <p:sldId id="263" r:id="rId8"/>
  </p:sldIdLst>
  <p:sldSz cx="24384000" cy="13716000"/>
  <p:notesSz cx="6797675" cy="9872663"/>
  <p:embeddedFontLst>
    <p:embeddedFont>
      <p:font typeface="Arial Black" panose="020B0A04020102020204" pitchFamily="34" charset="0"/>
      <p:regular r:id="rId10"/>
      <p:bold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Helvetica Neue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708" y="60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9" y="4689516"/>
            <a:ext cx="4984962" cy="444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725" tIns="45350" rIns="90725" bIns="4535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906359" y="4689516"/>
            <a:ext cx="4984962" cy="4442698"/>
          </a:xfrm>
          <a:prstGeom prst="rect">
            <a:avLst/>
          </a:prstGeom>
        </p:spPr>
        <p:txBody>
          <a:bodyPr spcFirstLastPara="1" wrap="square" lIns="90725" tIns="45350" rIns="90725" bIns="45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906359" y="4689516"/>
            <a:ext cx="4984962" cy="4442698"/>
          </a:xfrm>
          <a:prstGeom prst="rect">
            <a:avLst/>
          </a:prstGeom>
        </p:spPr>
        <p:txBody>
          <a:bodyPr spcFirstLastPara="1" wrap="square" lIns="90725" tIns="45350" rIns="90725" bIns="45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906359" y="4689516"/>
            <a:ext cx="4984962" cy="4442698"/>
          </a:xfrm>
          <a:prstGeom prst="rect">
            <a:avLst/>
          </a:prstGeom>
        </p:spPr>
        <p:txBody>
          <a:bodyPr spcFirstLastPara="1" wrap="square" lIns="90725" tIns="45350" rIns="90725" bIns="45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906359" y="4689516"/>
            <a:ext cx="4984962" cy="4442698"/>
          </a:xfrm>
          <a:prstGeom prst="rect">
            <a:avLst/>
          </a:prstGeom>
        </p:spPr>
        <p:txBody>
          <a:bodyPr spcFirstLastPara="1" wrap="square" lIns="90725" tIns="45350" rIns="90725" bIns="45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1471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906359" y="4689516"/>
            <a:ext cx="4984962" cy="4442698"/>
          </a:xfrm>
          <a:prstGeom prst="rect">
            <a:avLst/>
          </a:prstGeom>
        </p:spPr>
        <p:txBody>
          <a:bodyPr spcFirstLastPara="1" wrap="square" lIns="90725" tIns="45350" rIns="90725" bIns="45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1354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906359" y="4689516"/>
            <a:ext cx="4984962" cy="4442698"/>
          </a:xfrm>
          <a:prstGeom prst="rect">
            <a:avLst/>
          </a:prstGeom>
        </p:spPr>
        <p:txBody>
          <a:bodyPr spcFirstLastPara="1" wrap="square" lIns="90725" tIns="45350" rIns="90725" bIns="45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6169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906359" y="4689516"/>
            <a:ext cx="4984962" cy="4442698"/>
          </a:xfrm>
          <a:prstGeom prst="rect">
            <a:avLst/>
          </a:prstGeom>
        </p:spPr>
        <p:txBody>
          <a:bodyPr spcFirstLastPara="1" wrap="square" lIns="90725" tIns="45350" rIns="90725" bIns="453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 Slide">
  <p:cSld name="Cover Slide">
    <p:bg>
      <p:bgPr>
        <a:solidFill>
          <a:srgbClr val="BD0F7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19165034" y="13299320"/>
            <a:ext cx="4749698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SG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1404774" y="4457165"/>
            <a:ext cx="12328812" cy="157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1404774" y="11816862"/>
            <a:ext cx="12328812" cy="820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1828800" marR="0" lvl="3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286000" marR="0" lvl="4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2743200" marR="0" lvl="5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3200400" marR="0" lvl="6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3657600" marR="0" lvl="7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4114800" marR="0" lvl="8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34767" y="4457165"/>
            <a:ext cx="7586198" cy="4801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Layout 1">
  <p:cSld name="Page Layout 1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899691" y="398343"/>
            <a:ext cx="19942971" cy="715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0F72"/>
              </a:buClr>
              <a:buSzPts val="5000"/>
              <a:buFont typeface="Arial Black"/>
              <a:buNone/>
              <a:defRPr sz="5000" b="0" i="0" u="none" strike="noStrike" cap="none">
                <a:solidFill>
                  <a:srgbClr val="BD0F7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41337" y="1934308"/>
            <a:ext cx="23301325" cy="1102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91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191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191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3200400" marR="0" lvl="6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3657600" marR="0" lvl="7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4114800" marR="0" lvl="8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515821" y="12959862"/>
            <a:ext cx="5486400" cy="48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Layout 2">
  <p:cSld name="Page Layout 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527050" y="1863969"/>
            <a:ext cx="14138519" cy="1084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191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191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191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3200400" marR="0" lvl="6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3657600" marR="0" lvl="7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4114800" marR="0" lvl="8" indent="-41910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>
            <a:spLocks noGrp="1"/>
          </p:cNvSpPr>
          <p:nvPr>
            <p:ph type="pic" idx="2"/>
          </p:nvPr>
        </p:nvSpPr>
        <p:spPr>
          <a:xfrm>
            <a:off x="14928850" y="1863361"/>
            <a:ext cx="8928100" cy="10848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R="0" lvl="2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R="0" lvl="3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R="0" lvl="4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R="0" lvl="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 Black"/>
              <a:buChar char="•"/>
              <a:defRPr sz="4000" b="0" i="0" u="none" strike="noStrike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515821" y="12959862"/>
            <a:ext cx="5486400" cy="48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‹Nº›</a:t>
            </a:fld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99691" y="398343"/>
            <a:ext cx="19942971" cy="715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0F72"/>
              </a:buClr>
              <a:buSzPts val="5000"/>
              <a:buFont typeface="Arial Black"/>
              <a:buNone/>
              <a:defRPr sz="5000" b="0" i="0" u="none" strike="noStrike" cap="none">
                <a:solidFill>
                  <a:srgbClr val="BD0F7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ing Slide Option 1">
  <p:cSld name="Ending Slide Option 1">
    <p:bg>
      <p:bgPr>
        <a:solidFill>
          <a:srgbClr val="BD0F7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19165034" y="13299320"/>
            <a:ext cx="4749698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SG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1535600" y="6071396"/>
            <a:ext cx="21312552" cy="157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Arial"/>
              <a:buNone/>
              <a:defRPr sz="7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/>
          <p:nvPr/>
        </p:nvSpPr>
        <p:spPr>
          <a:xfrm>
            <a:off x="1393925" y="11606348"/>
            <a:ext cx="21595904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</a:pPr>
            <a:r>
              <a:rPr lang="en-SG" sz="4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www.one-line.com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Option 2">
  <p:cSld name="Divider Option 2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/>
        </p:nvSpPr>
        <p:spPr>
          <a:xfrm>
            <a:off x="0" y="-17929"/>
            <a:ext cx="24409919" cy="1397156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4" name="Google Shape;54;p10"/>
          <p:cNvSpPr/>
          <p:nvPr/>
        </p:nvSpPr>
        <p:spPr>
          <a:xfrm>
            <a:off x="0" y="-17929"/>
            <a:ext cx="24384001" cy="13716000"/>
          </a:xfrm>
          <a:prstGeom prst="rect">
            <a:avLst/>
          </a:prstGeom>
          <a:solidFill>
            <a:schemeClr val="dk1">
              <a:alpha val="45882"/>
            </a:schemeClr>
          </a:solidFill>
          <a:ln>
            <a:noFill/>
          </a:ln>
          <a:effectLst>
            <a:outerShdw blurRad="38100" dist="25400" dir="5400000" rotWithShape="0">
              <a:srgbClr val="000000">
                <a:alpha val="49803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89241" y="2133607"/>
            <a:ext cx="21443964" cy="952051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656501" y="12712700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‹Nº›</a:t>
            </a:fld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2758790" y="3490470"/>
            <a:ext cx="12566407" cy="157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19165034" y="13299320"/>
            <a:ext cx="4749698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SG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/>
          </a:p>
        </p:txBody>
      </p:sp>
      <p:cxnSp>
        <p:nvCxnSpPr>
          <p:cNvPr id="59" name="Google Shape;59;p10"/>
          <p:cNvCxnSpPr/>
          <p:nvPr/>
        </p:nvCxnSpPr>
        <p:spPr>
          <a:xfrm>
            <a:off x="545792" y="1430178"/>
            <a:ext cx="3170399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60" name="Google Shape;60;p10"/>
          <p:cNvCxnSpPr/>
          <p:nvPr/>
        </p:nvCxnSpPr>
        <p:spPr>
          <a:xfrm>
            <a:off x="3870265" y="1430178"/>
            <a:ext cx="20059708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61" name="Google Shape;6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5939" y="438148"/>
            <a:ext cx="2811600" cy="597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Option 3">
  <p:cSld name="Divider Option 3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1"/>
          <p:cNvPicPr preferRelativeResize="0"/>
          <p:nvPr/>
        </p:nvPicPr>
        <p:blipFill rotWithShape="1">
          <a:blip r:embed="rId2">
            <a:alphaModFix/>
          </a:blip>
          <a:srcRect l="2352" t="19595" r="2351"/>
          <a:stretch/>
        </p:blipFill>
        <p:spPr>
          <a:xfrm>
            <a:off x="0" y="-17930"/>
            <a:ext cx="24384000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/>
          <p:nvPr/>
        </p:nvSpPr>
        <p:spPr>
          <a:xfrm>
            <a:off x="0" y="-17929"/>
            <a:ext cx="24384001" cy="13716000"/>
          </a:xfrm>
          <a:prstGeom prst="rect">
            <a:avLst/>
          </a:prstGeom>
          <a:solidFill>
            <a:schemeClr val="dk1">
              <a:alpha val="45882"/>
            </a:schemeClr>
          </a:solidFill>
          <a:ln>
            <a:noFill/>
          </a:ln>
          <a:effectLst>
            <a:outerShdw blurRad="38100" dist="25400" dir="5400000" rotWithShape="0">
              <a:srgbClr val="000000">
                <a:alpha val="49803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9241" y="2133607"/>
            <a:ext cx="21443964" cy="9520512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656501" y="12712700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‹Nº›</a:t>
            </a:fld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title"/>
          </p:nvPr>
        </p:nvSpPr>
        <p:spPr>
          <a:xfrm>
            <a:off x="2758790" y="3490470"/>
            <a:ext cx="12566407" cy="157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/>
          <p:nvPr/>
        </p:nvSpPr>
        <p:spPr>
          <a:xfrm>
            <a:off x="19165034" y="13299320"/>
            <a:ext cx="4749698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SG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/>
          </a:p>
        </p:txBody>
      </p:sp>
      <p:cxnSp>
        <p:nvCxnSpPr>
          <p:cNvPr id="69" name="Google Shape;69;p11"/>
          <p:cNvCxnSpPr/>
          <p:nvPr/>
        </p:nvCxnSpPr>
        <p:spPr>
          <a:xfrm>
            <a:off x="545792" y="1430178"/>
            <a:ext cx="3170399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0" name="Google Shape;70;p11"/>
          <p:cNvCxnSpPr/>
          <p:nvPr/>
        </p:nvCxnSpPr>
        <p:spPr>
          <a:xfrm>
            <a:off x="3870265" y="1430178"/>
            <a:ext cx="20059708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71" name="Google Shape;7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5939" y="438148"/>
            <a:ext cx="2811600" cy="597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Option 4">
  <p:cSld name="Divider Option 4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2"/>
          <p:cNvPicPr preferRelativeResize="0"/>
          <p:nvPr/>
        </p:nvPicPr>
        <p:blipFill rotWithShape="1">
          <a:blip r:embed="rId2">
            <a:alphaModFix/>
          </a:blip>
          <a:srcRect r="7483"/>
          <a:stretch/>
        </p:blipFill>
        <p:spPr>
          <a:xfrm>
            <a:off x="0" y="-46875"/>
            <a:ext cx="24384001" cy="1377968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2"/>
          <p:cNvSpPr/>
          <p:nvPr/>
        </p:nvSpPr>
        <p:spPr>
          <a:xfrm>
            <a:off x="0" y="-17929"/>
            <a:ext cx="24384001" cy="13716000"/>
          </a:xfrm>
          <a:prstGeom prst="rect">
            <a:avLst/>
          </a:prstGeom>
          <a:solidFill>
            <a:schemeClr val="dk1">
              <a:alpha val="45882"/>
            </a:schemeClr>
          </a:solidFill>
          <a:ln>
            <a:noFill/>
          </a:ln>
          <a:effectLst>
            <a:outerShdw blurRad="38100" dist="25400" dir="5400000" rotWithShape="0">
              <a:srgbClr val="000000">
                <a:alpha val="49803"/>
              </a:srgbClr>
            </a:outerShdw>
          </a:effectLst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9241" y="2133607"/>
            <a:ext cx="21443964" cy="952051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2"/>
          <p:cNvSpPr txBox="1">
            <a:spLocks noGrp="1"/>
          </p:cNvSpPr>
          <p:nvPr>
            <p:ph type="sldNum" idx="12"/>
          </p:nvPr>
        </p:nvSpPr>
        <p:spPr>
          <a:xfrm>
            <a:off x="656501" y="12712700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‹Nº›</a:t>
            </a:fld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2758790" y="3490470"/>
            <a:ext cx="12566407" cy="157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  <a:defRPr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Arial"/>
              <a:buNone/>
              <a:defRPr sz="1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/>
          <p:nvPr/>
        </p:nvSpPr>
        <p:spPr>
          <a:xfrm>
            <a:off x="19165034" y="13299320"/>
            <a:ext cx="4749698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SG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/>
          </a:p>
        </p:txBody>
      </p:sp>
      <p:cxnSp>
        <p:nvCxnSpPr>
          <p:cNvPr id="79" name="Google Shape;79;p12"/>
          <p:cNvCxnSpPr/>
          <p:nvPr/>
        </p:nvCxnSpPr>
        <p:spPr>
          <a:xfrm>
            <a:off x="545792" y="1430178"/>
            <a:ext cx="3170399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0" name="Google Shape;80;p12"/>
          <p:cNvCxnSpPr/>
          <p:nvPr/>
        </p:nvCxnSpPr>
        <p:spPr>
          <a:xfrm>
            <a:off x="3870265" y="1430178"/>
            <a:ext cx="20059708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81" name="Google Shape;81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5939" y="438148"/>
            <a:ext cx="2811600" cy="597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ing Slide Option 2">
  <p:cSld name="Ending Slide Option 2">
    <p:bg>
      <p:bgPr>
        <a:solidFill>
          <a:srgbClr val="BD0F7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/>
        </p:nvSpPr>
        <p:spPr>
          <a:xfrm>
            <a:off x="19165034" y="13299320"/>
            <a:ext cx="4749698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SG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/>
          </a:p>
        </p:txBody>
      </p:sp>
      <p:sp>
        <p:nvSpPr>
          <p:cNvPr id="84" name="Google Shape;84;p13"/>
          <p:cNvSpPr txBox="1"/>
          <p:nvPr/>
        </p:nvSpPr>
        <p:spPr>
          <a:xfrm>
            <a:off x="1393925" y="11606348"/>
            <a:ext cx="21595904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</a:pPr>
            <a:r>
              <a:rPr lang="en-SG" sz="4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www.one-line.com</a:t>
            </a:r>
            <a:endParaRPr/>
          </a:p>
        </p:txBody>
      </p:sp>
      <p:pic>
        <p:nvPicPr>
          <p:cNvPr id="85" name="Google Shape;85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30117" y="5173244"/>
            <a:ext cx="5323519" cy="3369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"/>
          <p:cNvCxnSpPr/>
          <p:nvPr/>
        </p:nvCxnSpPr>
        <p:spPr>
          <a:xfrm>
            <a:off x="545792" y="1430178"/>
            <a:ext cx="3170399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7" name="Google Shape;7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5792" y="453580"/>
            <a:ext cx="2812870" cy="59623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/>
          <p:nvPr/>
        </p:nvSpPr>
        <p:spPr>
          <a:xfrm>
            <a:off x="19165034" y="13299320"/>
            <a:ext cx="4749698" cy="287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SG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Copyright © Ocean Network Express Pte. Ltd. All Rights Reserved</a:t>
            </a:r>
            <a:endParaRPr/>
          </a:p>
        </p:txBody>
      </p:sp>
      <p:cxnSp>
        <p:nvCxnSpPr>
          <p:cNvPr id="9" name="Google Shape;9;p1"/>
          <p:cNvCxnSpPr/>
          <p:nvPr/>
        </p:nvCxnSpPr>
        <p:spPr>
          <a:xfrm>
            <a:off x="3870265" y="1430178"/>
            <a:ext cx="20059708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miter lim="4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1404774" y="4457165"/>
            <a:ext cx="12328812" cy="157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s-MX" dirty="0" err="1"/>
              <a:t>Metropolitan</a:t>
            </a:r>
            <a:r>
              <a:rPr lang="es-MX" dirty="0"/>
              <a:t> </a:t>
            </a:r>
            <a:r>
              <a:rPr lang="es-MX" dirty="0" err="1"/>
              <a:t>Areas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Mexico</a:t>
            </a:r>
            <a:endParaRPr dirty="0"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1404774" y="11816862"/>
            <a:ext cx="12328800" cy="8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s-MX" dirty="0"/>
              <a:t>IOP México. 2022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3899691" y="398343"/>
            <a:ext cx="19942971" cy="715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0F72"/>
              </a:buClr>
              <a:buSzPts val="5000"/>
              <a:buFont typeface="Arial Black"/>
              <a:buNone/>
            </a:pPr>
            <a:r>
              <a:rPr lang="es-MX" dirty="0" err="1"/>
              <a:t>Metropolitan</a:t>
            </a:r>
            <a:r>
              <a:rPr lang="es-MX" dirty="0"/>
              <a:t> </a:t>
            </a:r>
            <a:r>
              <a:rPr lang="es-MX" dirty="0" err="1"/>
              <a:t>Areas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Mexico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541337" y="1934308"/>
            <a:ext cx="23301325" cy="11025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MX" dirty="0"/>
              <a:t>Mexico City </a:t>
            </a:r>
            <a:endParaRPr dirty="0"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515821" y="12959862"/>
            <a:ext cx="5486400" cy="48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SG"/>
              <a:t>2</a:t>
            </a:fld>
            <a:endParaRPr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8E136080-B27B-1BD6-6550-7E3F0D1DB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974307"/>
              </p:ext>
            </p:extLst>
          </p:nvPr>
        </p:nvGraphicFramePr>
        <p:xfrm>
          <a:off x="12719822" y="2530103"/>
          <a:ext cx="3776548" cy="994667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76548">
                  <a:extLst>
                    <a:ext uri="{9D8B030D-6E8A-4147-A177-3AD203B41FA5}">
                      <a16:colId xmlns:a16="http://schemas.microsoft.com/office/drawing/2014/main" val="3509646969"/>
                    </a:ext>
                  </a:extLst>
                </a:gridCol>
              </a:tblGrid>
              <a:tr h="583772">
                <a:tc>
                  <a:txBody>
                    <a:bodyPr/>
                    <a:lstStyle/>
                    <a:p>
                      <a:pPr algn="ctr" fontAlgn="b"/>
                      <a:r>
                        <a:rPr lang="es-MX" sz="21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Mexico City ( MXMEX)</a:t>
                      </a:r>
                      <a:endParaRPr lang="es-MX" sz="21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1249439"/>
                  </a:ext>
                </a:extLst>
              </a:tr>
              <a:tr h="606320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ALVARO OBREGON</a:t>
                      </a:r>
                      <a:endParaRPr lang="es-MX" sz="2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3277656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BENITO JUAREZ</a:t>
                      </a:r>
                      <a:endParaRPr lang="es-MX" sz="21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12652231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AZCAPOTZALCO</a:t>
                      </a:r>
                      <a:endParaRPr lang="es-MX" sz="2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89021761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COYOACAN</a:t>
                      </a:r>
                      <a:endParaRPr lang="es-MX" sz="2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31932382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CUAJIMALPA</a:t>
                      </a:r>
                      <a:endParaRPr lang="es-MX" sz="21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46483838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CUAUHTEMOC</a:t>
                      </a:r>
                      <a:endParaRPr lang="es-MX" sz="21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7247106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GUSTAVO A MADERO</a:t>
                      </a:r>
                      <a:endParaRPr lang="es-MX" sz="21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7098980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IZTACALCO</a:t>
                      </a:r>
                      <a:endParaRPr lang="es-MX" sz="21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5328934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IZTAPALAPA</a:t>
                      </a:r>
                      <a:endParaRPr lang="es-MX" sz="21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7371108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MAGADALENA CONTRERAS</a:t>
                      </a:r>
                      <a:endParaRPr lang="es-MX" sz="21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1906810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MIGUEL HIDALGO</a:t>
                      </a:r>
                      <a:endParaRPr lang="es-MX" sz="21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3193115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VENUSTIANO CARRANZA</a:t>
                      </a:r>
                      <a:endParaRPr lang="es-MX" sz="21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18347539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MILPA ALTA</a:t>
                      </a:r>
                      <a:endParaRPr lang="es-MX" sz="2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2721852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TLAHUAC</a:t>
                      </a:r>
                      <a:endParaRPr lang="es-MX" sz="21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2459544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TLALPAN</a:t>
                      </a:r>
                      <a:endParaRPr lang="es-MX" sz="2100" b="0" i="0" u="none" strike="noStrike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80067038"/>
                  </a:ext>
                </a:extLst>
              </a:tr>
              <a:tr h="58377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XOCHIMILCO</a:t>
                      </a:r>
                      <a:endParaRPr lang="es-MX" sz="2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90646812"/>
                  </a:ext>
                </a:extLst>
              </a:tr>
            </a:tbl>
          </a:graphicData>
        </a:graphic>
      </p:graphicFrame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2E28827D-4CEB-59CF-9DAA-9576A9BD0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627981"/>
              </p:ext>
            </p:extLst>
          </p:nvPr>
        </p:nvGraphicFramePr>
        <p:xfrm>
          <a:off x="17730436" y="2429144"/>
          <a:ext cx="5330286" cy="996622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65143">
                  <a:extLst>
                    <a:ext uri="{9D8B030D-6E8A-4147-A177-3AD203B41FA5}">
                      <a16:colId xmlns:a16="http://schemas.microsoft.com/office/drawing/2014/main" val="1832325577"/>
                    </a:ext>
                  </a:extLst>
                </a:gridCol>
                <a:gridCol w="2665143">
                  <a:extLst>
                    <a:ext uri="{9D8B030D-6E8A-4147-A177-3AD203B41FA5}">
                      <a16:colId xmlns:a16="http://schemas.microsoft.com/office/drawing/2014/main" val="1281129609"/>
                    </a:ext>
                  </a:extLst>
                </a:gridCol>
              </a:tblGrid>
              <a:tr h="113948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effectLst/>
                        </a:rPr>
                        <a:t>Other places of Metropolitan Area of Mexico City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739193"/>
                  </a:ext>
                </a:extLst>
              </a:tr>
              <a:tr h="5760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b="1" u="none" strike="noStrike" dirty="0" err="1">
                          <a:effectLst/>
                        </a:rPr>
                        <a:t>Name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b="1" u="none" strike="noStrike" dirty="0" err="1">
                          <a:effectLst/>
                        </a:rPr>
                        <a:t>Code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948598"/>
                  </a:ext>
                </a:extLst>
              </a:tr>
              <a:tr h="5760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NAUCALPAN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MXNDJ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8790498"/>
                  </a:ext>
                </a:extLst>
              </a:tr>
              <a:tr h="5760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TLALNEPANTLA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MXTLP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4445328"/>
                  </a:ext>
                </a:extLst>
              </a:tr>
              <a:tr h="669169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CUAUTITLAN IZCALLI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MXCUT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003311"/>
                  </a:ext>
                </a:extLst>
              </a:tr>
              <a:tr h="5760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TULTITLAN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MXTLL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5784"/>
                  </a:ext>
                </a:extLst>
              </a:tr>
              <a:tr h="669169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NEZAHUALCOYOTL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MXNHY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051031"/>
                  </a:ext>
                </a:extLst>
              </a:tr>
              <a:tr h="5760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COACALCO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MXCDB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828744"/>
                  </a:ext>
                </a:extLst>
              </a:tr>
              <a:tr h="5760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ECATEPEC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MXEPC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9040024"/>
                  </a:ext>
                </a:extLst>
              </a:tr>
              <a:tr h="5760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LOS REYES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MXRYA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271366"/>
                  </a:ext>
                </a:extLst>
              </a:tr>
              <a:tr h="5760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HUEHUETOCA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MXHUE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4254118"/>
                  </a:ext>
                </a:extLst>
              </a:tr>
              <a:tr h="5760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SATELITE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MXNDJ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792465"/>
                  </a:ext>
                </a:extLst>
              </a:tr>
              <a:tr h="5760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ATIZAPAN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MXAZP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305758"/>
                  </a:ext>
                </a:extLst>
              </a:tr>
              <a:tr h="5760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TEPOTZOTLAN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MXTPZ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994714"/>
                  </a:ext>
                </a:extLst>
              </a:tr>
              <a:tr h="5760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TULTEPEC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MXTTP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9665054"/>
                  </a:ext>
                </a:extLst>
              </a:tr>
              <a:tr h="5760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CHIMALHUACAN 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MXCMH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4079220"/>
                  </a:ext>
                </a:extLst>
              </a:tr>
            </a:tbl>
          </a:graphicData>
        </a:graphic>
      </p:graphicFrame>
      <p:pic>
        <p:nvPicPr>
          <p:cNvPr id="9" name="Picture 3">
            <a:extLst>
              <a:ext uri="{FF2B5EF4-FFF2-40B4-BE49-F238E27FC236}">
                <a16:creationId xmlns:a16="http://schemas.microsoft.com/office/drawing/2014/main" id="{C90AF664-7930-65A3-C142-DC5AE2F79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21" y="2711630"/>
            <a:ext cx="10969935" cy="97651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527050" y="1863969"/>
            <a:ext cx="23315612" cy="1084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MX" dirty="0"/>
              <a:t>Guadalajara</a:t>
            </a:r>
          </a:p>
          <a:p>
            <a:pPr marL="63500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dirty="0"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515821" y="12959862"/>
            <a:ext cx="5486400" cy="48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SG"/>
              <a:t>3</a:t>
            </a:fld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3899691" y="398343"/>
            <a:ext cx="19942971" cy="715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0F72"/>
              </a:buClr>
              <a:buSzPts val="5000"/>
              <a:buFont typeface="Arial Black"/>
              <a:buNone/>
            </a:pPr>
            <a:r>
              <a:rPr lang="es-MX" dirty="0" err="1"/>
              <a:t>Metropolitan</a:t>
            </a:r>
            <a:r>
              <a:rPr lang="es-MX" dirty="0"/>
              <a:t> </a:t>
            </a:r>
            <a:r>
              <a:rPr lang="es-MX" dirty="0" err="1"/>
              <a:t>Areas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Mexico</a:t>
            </a:r>
            <a:endParaRPr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AD45A1D-EE56-306D-4209-C23679494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1" y="3769280"/>
            <a:ext cx="10892539" cy="8082751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CEC731E-03C6-46CE-7358-FC13EDA31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350964"/>
              </p:ext>
            </p:extLst>
          </p:nvPr>
        </p:nvGraphicFramePr>
        <p:xfrm>
          <a:off x="12544990" y="3924853"/>
          <a:ext cx="3955133" cy="127161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55133">
                  <a:extLst>
                    <a:ext uri="{9D8B030D-6E8A-4147-A177-3AD203B41FA5}">
                      <a16:colId xmlns:a16="http://schemas.microsoft.com/office/drawing/2014/main" val="4189185939"/>
                    </a:ext>
                  </a:extLst>
                </a:gridCol>
              </a:tblGrid>
              <a:tr h="635807">
                <a:tc>
                  <a:txBody>
                    <a:bodyPr/>
                    <a:lstStyle/>
                    <a:p>
                      <a:pPr algn="ctr" fontAlgn="b"/>
                      <a:r>
                        <a:rPr lang="es-MX" sz="2100" b="1" u="none" strike="noStrike" dirty="0">
                          <a:effectLst/>
                        </a:rPr>
                        <a:t>Guadalajara (MXGDL)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2722468"/>
                  </a:ext>
                </a:extLst>
              </a:tr>
              <a:tr h="635807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GUADALAJARA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11138533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100F181-7934-1F68-EB42-15BC8F8A9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93910"/>
              </p:ext>
            </p:extLst>
          </p:nvPr>
        </p:nvGraphicFramePr>
        <p:xfrm>
          <a:off x="17596624" y="3924853"/>
          <a:ext cx="5285678" cy="49961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42839">
                  <a:extLst>
                    <a:ext uri="{9D8B030D-6E8A-4147-A177-3AD203B41FA5}">
                      <a16:colId xmlns:a16="http://schemas.microsoft.com/office/drawing/2014/main" val="338950696"/>
                    </a:ext>
                  </a:extLst>
                </a:gridCol>
                <a:gridCol w="2642839">
                  <a:extLst>
                    <a:ext uri="{9D8B030D-6E8A-4147-A177-3AD203B41FA5}">
                      <a16:colId xmlns:a16="http://schemas.microsoft.com/office/drawing/2014/main" val="807711341"/>
                    </a:ext>
                  </a:extLst>
                </a:gridCol>
              </a:tblGrid>
              <a:tr h="109713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effectLst/>
                        </a:rPr>
                        <a:t>Other places of Metropolitan Area of Guadalajara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217891"/>
                  </a:ext>
                </a:extLst>
              </a:tr>
              <a:tr h="557006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b="1" u="none" strike="noStrike" dirty="0" err="1">
                          <a:effectLst/>
                        </a:rPr>
                        <a:t>Name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b="1" u="none" strike="noStrike" dirty="0" err="1">
                          <a:effectLst/>
                        </a:rPr>
                        <a:t>Code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063697"/>
                  </a:ext>
                </a:extLst>
              </a:tr>
              <a:tr h="565420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TLAQUEPAQUE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MXTLQ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7941809"/>
                  </a:ext>
                </a:extLst>
              </a:tr>
              <a:tr h="557006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ZAPOPAN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MXZAP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4898341"/>
                  </a:ext>
                </a:extLst>
              </a:tr>
              <a:tr h="1097133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TLAJOMULCO DE ZUÑIGA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MXTLZ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5291"/>
                  </a:ext>
                </a:extLst>
              </a:tr>
              <a:tr h="557006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TONALA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MXTON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39944348"/>
                  </a:ext>
                </a:extLst>
              </a:tr>
              <a:tr h="565420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EL SALTO, JALISCO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MXESO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1286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527050" y="1863969"/>
            <a:ext cx="23315612" cy="1084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MX" dirty="0"/>
              <a:t>Monterrey</a:t>
            </a:r>
          </a:p>
          <a:p>
            <a:pPr marL="63500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lang="es-MX" dirty="0"/>
          </a:p>
          <a:p>
            <a:pPr marL="63500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dirty="0"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515821" y="12959862"/>
            <a:ext cx="5486400" cy="48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SG"/>
              <a:t>4</a:t>
            </a:fld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3899691" y="398343"/>
            <a:ext cx="19942971" cy="715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0F72"/>
              </a:buClr>
              <a:buSzPts val="5000"/>
              <a:buFont typeface="Arial Black"/>
              <a:buNone/>
            </a:pPr>
            <a:r>
              <a:rPr lang="es-MX" dirty="0" err="1"/>
              <a:t>Metropolitan</a:t>
            </a:r>
            <a:r>
              <a:rPr lang="es-MX" dirty="0"/>
              <a:t> </a:t>
            </a:r>
            <a:r>
              <a:rPr lang="es-MX" dirty="0" err="1"/>
              <a:t>Areas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Mexico</a:t>
            </a:r>
            <a:endParaRPr dirty="0"/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141D1337-8C01-1259-7325-09E26DDC1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20" y="3769280"/>
            <a:ext cx="11558211" cy="8082751"/>
          </a:xfrm>
          <a:prstGeom prst="rect">
            <a:avLst/>
          </a:prstGeo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023863EC-7D72-DA63-C2A4-9CC27AEBE0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272144"/>
              </p:ext>
            </p:extLst>
          </p:nvPr>
        </p:nvGraphicFramePr>
        <p:xfrm>
          <a:off x="13871175" y="3769279"/>
          <a:ext cx="3368609" cy="8696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68609">
                  <a:extLst>
                    <a:ext uri="{9D8B030D-6E8A-4147-A177-3AD203B41FA5}">
                      <a16:colId xmlns:a16="http://schemas.microsoft.com/office/drawing/2014/main" val="3074474549"/>
                    </a:ext>
                  </a:extLst>
                </a:gridCol>
              </a:tblGrid>
              <a:tr h="434814">
                <a:tc>
                  <a:txBody>
                    <a:bodyPr/>
                    <a:lstStyle/>
                    <a:p>
                      <a:pPr algn="ctr" fontAlgn="b"/>
                      <a:r>
                        <a:rPr lang="es-MX" sz="2100" b="1" u="none" strike="noStrike" dirty="0">
                          <a:effectLst/>
                        </a:rPr>
                        <a:t>Monterrey ( MXMTY)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032367"/>
                  </a:ext>
                </a:extLst>
              </a:tr>
              <a:tr h="434814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MONTERREY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46503902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DABC6CF-7533-49E3-9947-554D8922F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472485"/>
              </p:ext>
            </p:extLst>
          </p:nvPr>
        </p:nvGraphicFramePr>
        <p:xfrm>
          <a:off x="17975766" y="3769278"/>
          <a:ext cx="5486400" cy="70920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06018614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019626174"/>
                    </a:ext>
                  </a:extLst>
                </a:gridCol>
              </a:tblGrid>
              <a:tr h="100650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effectLst/>
                        </a:rPr>
                        <a:t>Other places of Metropolitan Area of Monterrey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487884"/>
                  </a:ext>
                </a:extLst>
              </a:tr>
              <a:tr h="510997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b="1" u="none" strike="noStrike" dirty="0" err="1">
                          <a:effectLst/>
                        </a:rPr>
                        <a:t>Name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b="1" u="none" strike="noStrike" dirty="0" err="1">
                          <a:effectLst/>
                        </a:rPr>
                        <a:t>Code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978404"/>
                  </a:ext>
                </a:extLst>
              </a:tr>
              <a:tr h="510997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APODACA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MXAPD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74145910"/>
                  </a:ext>
                </a:extLst>
              </a:tr>
              <a:tr h="1006507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GENERAL ESCOBEDO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MXGEO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26236140"/>
                  </a:ext>
                </a:extLst>
              </a:tr>
              <a:tr h="510997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GUADALUPE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MXGLP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90227069"/>
                  </a:ext>
                </a:extLst>
              </a:tr>
              <a:tr h="510997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SALINAS VICTORIA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MXSAV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0176592"/>
                  </a:ext>
                </a:extLst>
              </a:tr>
              <a:tr h="1006507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SAN PEDRO GARZA GARCIA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MXSPG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6510569"/>
                  </a:ext>
                </a:extLst>
              </a:tr>
              <a:tr h="1006507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SAN NICOLAS DE LOS GARZA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MXSND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99379657"/>
                  </a:ext>
                </a:extLst>
              </a:tr>
              <a:tr h="510997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GARCIA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MXGCA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5265518"/>
                  </a:ext>
                </a:extLst>
              </a:tr>
              <a:tr h="510997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SANTA CATARINA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MXSTC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80215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962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527050" y="1863969"/>
            <a:ext cx="23315612" cy="1084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MX" dirty="0"/>
              <a:t>Querétaro</a:t>
            </a:r>
            <a:endParaRPr dirty="0"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515821" y="12959862"/>
            <a:ext cx="5486400" cy="48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SG"/>
              <a:t>5</a:t>
            </a:fld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3899691" y="398343"/>
            <a:ext cx="19942971" cy="715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0F72"/>
              </a:buClr>
              <a:buSzPts val="5000"/>
              <a:buFont typeface="Arial Black"/>
              <a:buNone/>
            </a:pPr>
            <a:r>
              <a:rPr lang="es-MX" dirty="0" err="1"/>
              <a:t>Metropolitan</a:t>
            </a:r>
            <a:r>
              <a:rPr lang="es-MX" dirty="0"/>
              <a:t> </a:t>
            </a:r>
            <a:r>
              <a:rPr lang="es-MX" dirty="0" err="1"/>
              <a:t>Areas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Mexico</a:t>
            </a:r>
            <a:endParaRPr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5D3E7EAC-15E5-551C-57BB-BECB98DAC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38" y="3769278"/>
            <a:ext cx="11532693" cy="8522172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74C5A18-DF7B-8C2C-05FE-1997DAF35E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108119"/>
              </p:ext>
            </p:extLst>
          </p:nvPr>
        </p:nvGraphicFramePr>
        <p:xfrm>
          <a:off x="13358219" y="3769277"/>
          <a:ext cx="4037683" cy="11372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037683">
                  <a:extLst>
                    <a:ext uri="{9D8B030D-6E8A-4147-A177-3AD203B41FA5}">
                      <a16:colId xmlns:a16="http://schemas.microsoft.com/office/drawing/2014/main" val="1427307269"/>
                    </a:ext>
                  </a:extLst>
                </a:gridCol>
              </a:tblGrid>
              <a:tr h="568630">
                <a:tc>
                  <a:txBody>
                    <a:bodyPr/>
                    <a:lstStyle/>
                    <a:p>
                      <a:pPr algn="ctr" fontAlgn="b"/>
                      <a:r>
                        <a:rPr lang="es-MX" sz="2100" b="1" u="none" strike="noStrike" dirty="0">
                          <a:effectLst/>
                        </a:rPr>
                        <a:t>Querétaro ( MXQRO)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0303599"/>
                  </a:ext>
                </a:extLst>
              </a:tr>
              <a:tr h="568630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SANTIAGO DE QUERETARO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8637892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C0A5288-37D1-AEA0-CE42-5FA6E37F1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940891"/>
              </p:ext>
            </p:extLst>
          </p:nvPr>
        </p:nvGraphicFramePr>
        <p:xfrm>
          <a:off x="18093530" y="3769278"/>
          <a:ext cx="5190216" cy="410348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95108">
                  <a:extLst>
                    <a:ext uri="{9D8B030D-6E8A-4147-A177-3AD203B41FA5}">
                      <a16:colId xmlns:a16="http://schemas.microsoft.com/office/drawing/2014/main" val="425784984"/>
                    </a:ext>
                  </a:extLst>
                </a:gridCol>
                <a:gridCol w="2595108">
                  <a:extLst>
                    <a:ext uri="{9D8B030D-6E8A-4147-A177-3AD203B41FA5}">
                      <a16:colId xmlns:a16="http://schemas.microsoft.com/office/drawing/2014/main" val="369773874"/>
                    </a:ext>
                  </a:extLst>
                </a:gridCol>
              </a:tblGrid>
              <a:tr h="102194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effectLst/>
                        </a:rPr>
                        <a:t>Other places of Metropolitan Area of Queretaro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430214"/>
                  </a:ext>
                </a:extLst>
              </a:tr>
              <a:tr h="5188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b="1" u="none" strike="noStrike" dirty="0" err="1">
                          <a:effectLst/>
                        </a:rPr>
                        <a:t>Name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b="1" u="none" strike="noStrike" dirty="0" err="1">
                          <a:effectLst/>
                        </a:rPr>
                        <a:t>Code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2823543"/>
                  </a:ext>
                </a:extLst>
              </a:tr>
              <a:tr h="1021940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SANTA ROSA DE JAUREGUI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MXSRO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737382"/>
                  </a:ext>
                </a:extLst>
              </a:tr>
              <a:tr h="1021940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EL MARQUES DE QUERETARO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MXELM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0267516"/>
                  </a:ext>
                </a:extLst>
              </a:tr>
              <a:tr h="518831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JURIQUILLA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MXJRQ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0192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6011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527050" y="1863969"/>
            <a:ext cx="23315612" cy="10848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MX" dirty="0"/>
              <a:t>Toluca</a:t>
            </a:r>
          </a:p>
          <a:p>
            <a:pPr marL="63500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lang="es-MX" dirty="0"/>
          </a:p>
          <a:p>
            <a:pPr marL="635000" lvl="0" indent="-444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dirty="0"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515821" y="12959862"/>
            <a:ext cx="5486400" cy="48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SG"/>
              <a:t>6</a:t>
            </a:fld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3899691" y="398343"/>
            <a:ext cx="19942971" cy="715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0F72"/>
              </a:buClr>
              <a:buSzPts val="5000"/>
              <a:buFont typeface="Arial Black"/>
              <a:buNone/>
            </a:pPr>
            <a:r>
              <a:rPr lang="es-MX" dirty="0" err="1"/>
              <a:t>Metropolitan</a:t>
            </a:r>
            <a:r>
              <a:rPr lang="es-MX" dirty="0"/>
              <a:t> </a:t>
            </a:r>
            <a:r>
              <a:rPr lang="es-MX" dirty="0" err="1"/>
              <a:t>Areas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Mexico</a:t>
            </a:r>
            <a:endParaRPr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EFDFB8C6-F4E9-0FEC-4EF8-7A1662C90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38" y="3769278"/>
            <a:ext cx="11634504" cy="8522172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5309CFA-AB61-3310-99B5-CBD32F67E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283926"/>
              </p:ext>
            </p:extLst>
          </p:nvPr>
        </p:nvGraphicFramePr>
        <p:xfrm>
          <a:off x="13630250" y="3769277"/>
          <a:ext cx="3560181" cy="10480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60181">
                  <a:extLst>
                    <a:ext uri="{9D8B030D-6E8A-4147-A177-3AD203B41FA5}">
                      <a16:colId xmlns:a16="http://schemas.microsoft.com/office/drawing/2014/main" val="1054507188"/>
                    </a:ext>
                  </a:extLst>
                </a:gridCol>
              </a:tblGrid>
              <a:tr h="524025">
                <a:tc>
                  <a:txBody>
                    <a:bodyPr/>
                    <a:lstStyle/>
                    <a:p>
                      <a:pPr algn="ctr" fontAlgn="b"/>
                      <a:r>
                        <a:rPr lang="es-MX" sz="2100" b="1" u="none" strike="noStrike" dirty="0">
                          <a:effectLst/>
                        </a:rPr>
                        <a:t>Toluca ( MXTLC)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4472617"/>
                  </a:ext>
                </a:extLst>
              </a:tr>
              <a:tr h="524025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TOLUCA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33526598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D82207D-D028-0F45-B47D-9A59B6FFB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606381"/>
              </p:ext>
            </p:extLst>
          </p:nvPr>
        </p:nvGraphicFramePr>
        <p:xfrm>
          <a:off x="18644839" y="3769277"/>
          <a:ext cx="4884232" cy="54416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42116">
                  <a:extLst>
                    <a:ext uri="{9D8B030D-6E8A-4147-A177-3AD203B41FA5}">
                      <a16:colId xmlns:a16="http://schemas.microsoft.com/office/drawing/2014/main" val="1352229866"/>
                    </a:ext>
                  </a:extLst>
                </a:gridCol>
                <a:gridCol w="2442116">
                  <a:extLst>
                    <a:ext uri="{9D8B030D-6E8A-4147-A177-3AD203B41FA5}">
                      <a16:colId xmlns:a16="http://schemas.microsoft.com/office/drawing/2014/main" val="2588741072"/>
                    </a:ext>
                  </a:extLst>
                </a:gridCol>
              </a:tblGrid>
              <a:tr h="1350022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effectLst/>
                        </a:rPr>
                        <a:t>Other places of Metropolitan Area of Toluca</a:t>
                      </a:r>
                      <a:endParaRPr lang="en-US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1317294"/>
                  </a:ext>
                </a:extLst>
              </a:tr>
              <a:tr h="685396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b="1" u="none" strike="noStrike" dirty="0" err="1">
                          <a:effectLst/>
                        </a:rPr>
                        <a:t>Name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b="1" u="none" strike="noStrike" dirty="0" err="1">
                          <a:effectLst/>
                        </a:rPr>
                        <a:t>Code</a:t>
                      </a:r>
                      <a:endParaRPr lang="es-MX" sz="2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6691941"/>
                  </a:ext>
                </a:extLst>
              </a:tr>
              <a:tr h="685396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LERMA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MXLER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11186377"/>
                  </a:ext>
                </a:extLst>
              </a:tr>
              <a:tr h="1350022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SAN MATEO ATENCO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MXSMA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497592"/>
                  </a:ext>
                </a:extLst>
              </a:tr>
              <a:tr h="685396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OCOYOACAC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MXOYO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87034716"/>
                  </a:ext>
                </a:extLst>
              </a:tr>
              <a:tr h="685396"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>
                          <a:effectLst/>
                        </a:rPr>
                        <a:t>METEPEC</a:t>
                      </a:r>
                      <a:endParaRPr lang="es-MX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2100" u="none" strike="noStrike" dirty="0">
                          <a:effectLst/>
                        </a:rPr>
                        <a:t>MXMPC</a:t>
                      </a:r>
                      <a:endParaRPr lang="es-MX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8321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559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title"/>
          </p:nvPr>
        </p:nvSpPr>
        <p:spPr>
          <a:xfrm>
            <a:off x="1535600" y="6071396"/>
            <a:ext cx="21312552" cy="157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Arial"/>
              <a:buNone/>
            </a:pPr>
            <a:r>
              <a:rPr lang="es-MX" dirty="0" err="1"/>
              <a:t>Thank</a:t>
            </a:r>
            <a:r>
              <a:rPr lang="es-MX" dirty="0"/>
              <a:t> </a:t>
            </a:r>
            <a:r>
              <a:rPr lang="es-MX" dirty="0" err="1"/>
              <a:t>you</a:t>
            </a:r>
            <a:r>
              <a:rPr lang="es-MX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E PPT Template-16X9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232</Words>
  <Application>Microsoft Office PowerPoint</Application>
  <PresentationFormat>Personalizado</PresentationFormat>
  <Paragraphs>126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Helvetica Neue</vt:lpstr>
      <vt:lpstr>ONE PPT Template-16X9</vt:lpstr>
      <vt:lpstr>Metropolitan Areas of Mexico</vt:lpstr>
      <vt:lpstr>Metropolitan Areas of Mexico</vt:lpstr>
      <vt:lpstr>Metropolitan Areas of Mexico</vt:lpstr>
      <vt:lpstr>Metropolitan Areas of Mexico</vt:lpstr>
      <vt:lpstr>Metropolitan Areas of Mexico</vt:lpstr>
      <vt:lpstr>Metropolitan Areas of Mexico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Carlos Lopez</dc:creator>
  <cp:lastModifiedBy>Carlos Lopez</cp:lastModifiedBy>
  <cp:revision>5</cp:revision>
  <dcterms:modified xsi:type="dcterms:W3CDTF">2022-08-29T17:05:46Z</dcterms:modified>
</cp:coreProperties>
</file>