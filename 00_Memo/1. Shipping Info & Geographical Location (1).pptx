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Proxima Nova"/>
      <p:regular r:id="rId25"/>
      <p:bold r:id="rId26"/>
      <p:italic r:id="rId27"/>
      <p:boldItalic r:id="rId28"/>
    </p:embeddedFont>
    <p:embeddedFont>
      <p:font typeface="Corbel"/>
      <p:regular r:id="rId29"/>
      <p:bold r:id="rId30"/>
      <p:italic r:id="rId31"/>
      <p:boldItalic r:id="rId32"/>
    </p:embeddedFont>
    <p:embeddedFont>
      <p:font typeface="Arial Black"/>
      <p:regular r:id="rId33"/>
    </p:embeddedFont>
    <p:embeddedFont>
      <p:font typeface="Century Gothic"/>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8" roundtripDataSignature="AMtx7miomRf1zO46ciBoP9itYjDG7pO8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orbel-italic.fntdata"/><Relationship Id="rId30" Type="http://schemas.openxmlformats.org/officeDocument/2006/relationships/font" Target="fonts/Corbel-bold.fntdata"/><Relationship Id="rId33" Type="http://schemas.openxmlformats.org/officeDocument/2006/relationships/font" Target="fonts/ArialBlack-regular.fntdata"/><Relationship Id="rId32" Type="http://schemas.openxmlformats.org/officeDocument/2006/relationships/font" Target="fonts/Corbel-boldItalic.fntdata"/><Relationship Id="rId35" Type="http://schemas.openxmlformats.org/officeDocument/2006/relationships/font" Target="fonts/CenturyGothic-bold.fntdata"/><Relationship Id="rId34" Type="http://schemas.openxmlformats.org/officeDocument/2006/relationships/font" Target="fonts/CenturyGothic-regular.fntdata"/><Relationship Id="rId37" Type="http://schemas.openxmlformats.org/officeDocument/2006/relationships/font" Target="fonts/CenturyGothic-boldItalic.fntdata"/><Relationship Id="rId36" Type="http://schemas.openxmlformats.org/officeDocument/2006/relationships/font" Target="fonts/CenturyGothic-italic.fntdata"/><Relationship Id="rId38"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font" Target="fonts/ProximaNova-bold.fntdata"/><Relationship Id="rId25" Type="http://schemas.openxmlformats.org/officeDocument/2006/relationships/font" Target="fonts/ProximaNova-regular.fntdata"/><Relationship Id="rId28" Type="http://schemas.openxmlformats.org/officeDocument/2006/relationships/font" Target="fonts/ProximaNova-boldItalic.fntdata"/><Relationship Id="rId27" Type="http://schemas.openxmlformats.org/officeDocument/2006/relationships/font" Target="fonts/ProximaNova-italic.fntdata"/><Relationship Id="rId29" Type="http://schemas.openxmlformats.org/officeDocument/2006/relationships/font" Target="fonts/Corbel-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7" name="Google Shape;41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6" name="Google Shape;42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3" name="Google Shape;43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9" name="Google Shape;44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7" name="Google Shape;45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5" name="Google Shape;46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6" name="Google Shape;47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5" name="Google Shape;48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p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6.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31.png"/><Relationship Id="rId4"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31.png"/><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31.png"/><Relationship Id="rId4"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31.png"/><Relationship Id="rId4" Type="http://schemas.openxmlformats.org/officeDocument/2006/relationships/image" Target="../media/image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31.png"/><Relationship Id="rId4"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31.png"/><Relationship Id="rId4" Type="http://schemas.openxmlformats.org/officeDocument/2006/relationships/image" Target="../media/image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31.png"/><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 Id="rId3" Type="http://schemas.openxmlformats.org/officeDocument/2006/relationships/image" Target="../media/image6.png"/><Relationship Id="rId4" Type="http://schemas.openxmlformats.org/officeDocument/2006/relationships/image" Target="../media/image3.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6.png"/><Relationship Id="rId4" Type="http://schemas.openxmlformats.org/officeDocument/2006/relationships/image" Target="../media/image3.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6.png"/><Relationship Id="rId4" Type="http://schemas.openxmlformats.org/officeDocument/2006/relationships/image" Target="../media/image3.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showMasterSp="0">
  <p:cSld name="Cover Slide">
    <p:bg>
      <p:bgPr>
        <a:solidFill>
          <a:srgbClr val="BD0F72"/>
        </a:solidFill>
      </p:bgPr>
    </p:bg>
    <p:spTree>
      <p:nvGrpSpPr>
        <p:cNvPr id="10" name="Shape 10"/>
        <p:cNvGrpSpPr/>
        <p:nvPr/>
      </p:nvGrpSpPr>
      <p:grpSpPr>
        <a:xfrm>
          <a:off x="0" y="0"/>
          <a:ext cx="0" cy="0"/>
          <a:chOff x="0" y="0"/>
          <a:chExt cx="0" cy="0"/>
        </a:xfrm>
      </p:grpSpPr>
      <p:sp>
        <p:nvSpPr>
          <p:cNvPr id="11" name="Google Shape;11;p84"/>
          <p:cNvSpPr/>
          <p:nvPr/>
        </p:nvSpPr>
        <p:spPr>
          <a:xfrm>
            <a:off x="7186888" y="4987245"/>
            <a:ext cx="1781100" cy="1077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chemeClr val="lt1"/>
              </a:buClr>
              <a:buSzPts val="500"/>
              <a:buFont typeface="Arial"/>
              <a:buNone/>
            </a:pPr>
            <a:r>
              <a:rPr b="0" i="0" lang="en-US" sz="500" u="none" cap="none" strike="noStrike">
                <a:solidFill>
                  <a:schemeClr val="lt1"/>
                </a:solidFill>
                <a:latin typeface="Arial"/>
                <a:ea typeface="Arial"/>
                <a:cs typeface="Arial"/>
                <a:sym typeface="Arial"/>
              </a:rPr>
              <a:t>Copyright © Ocean Network Express Pte. Ltd. All Rights Reserved</a:t>
            </a:r>
            <a:endParaRPr b="0" i="0" sz="500" u="none" cap="none" strike="noStrike">
              <a:solidFill>
                <a:srgbClr val="000000"/>
              </a:solidFill>
              <a:latin typeface="Arial"/>
              <a:ea typeface="Arial"/>
              <a:cs typeface="Arial"/>
              <a:sym typeface="Arial"/>
            </a:endParaRPr>
          </a:p>
        </p:txBody>
      </p:sp>
      <p:sp>
        <p:nvSpPr>
          <p:cNvPr id="12" name="Google Shape;12;p84"/>
          <p:cNvSpPr txBox="1"/>
          <p:nvPr>
            <p:ph type="title"/>
          </p:nvPr>
        </p:nvSpPr>
        <p:spPr>
          <a:xfrm>
            <a:off x="526790" y="1671437"/>
            <a:ext cx="4623300" cy="590100"/>
          </a:xfrm>
          <a:prstGeom prst="rect">
            <a:avLst/>
          </a:prstGeom>
          <a:noFill/>
          <a:ln>
            <a:noFill/>
          </a:ln>
        </p:spPr>
        <p:txBody>
          <a:bodyPr anchorCtr="0" anchor="t" bIns="17150" lIns="34275" spcFirstLastPara="1" rIns="34275" wrap="square" tIns="17150">
            <a:normAutofit/>
          </a:bodyPr>
          <a:lstStyle>
            <a:lvl1pPr lvl="0" marR="0" rtl="0" algn="l">
              <a:lnSpc>
                <a:spcPct val="100000"/>
              </a:lnSpc>
              <a:spcBef>
                <a:spcPts val="0"/>
              </a:spcBef>
              <a:spcAft>
                <a:spcPts val="0"/>
              </a:spcAft>
              <a:buClr>
                <a:schemeClr val="lt1"/>
              </a:buClr>
              <a:buSzPts val="3000"/>
              <a:buFont typeface="Arial"/>
              <a:buNone/>
              <a:defRPr b="1" i="0" sz="30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9pPr>
          </a:lstStyle>
          <a:p/>
        </p:txBody>
      </p:sp>
      <p:sp>
        <p:nvSpPr>
          <p:cNvPr id="13" name="Google Shape;13;p84"/>
          <p:cNvSpPr txBox="1"/>
          <p:nvPr>
            <p:ph idx="1" type="body"/>
          </p:nvPr>
        </p:nvSpPr>
        <p:spPr>
          <a:xfrm>
            <a:off x="526790" y="4431323"/>
            <a:ext cx="4623300" cy="307800"/>
          </a:xfrm>
          <a:prstGeom prst="rect">
            <a:avLst/>
          </a:prstGeom>
          <a:noFill/>
          <a:ln>
            <a:noFill/>
          </a:ln>
        </p:spPr>
        <p:txBody>
          <a:bodyPr anchorCtr="0" anchor="t" bIns="17150" lIns="34275" spcFirstLastPara="1" rIns="34275" wrap="square" tIns="17150">
            <a:noAutofit/>
          </a:bodyPr>
          <a:lstStyle>
            <a:lvl1pPr indent="-228600" lvl="0" marL="457200" marR="0" rtl="0" algn="l">
              <a:lnSpc>
                <a:spcPct val="100000"/>
              </a:lnSpc>
              <a:spcBef>
                <a:spcPts val="2200"/>
              </a:spcBef>
              <a:spcAft>
                <a:spcPts val="0"/>
              </a:spcAft>
              <a:buClr>
                <a:schemeClr val="lt1"/>
              </a:buClr>
              <a:buSzPts val="1100"/>
              <a:buFont typeface="Arial"/>
              <a:buNone/>
              <a:defRPr b="0" i="0" sz="1500" u="none" cap="none" strike="noStrike">
                <a:solidFill>
                  <a:schemeClr val="lt1"/>
                </a:solidFill>
                <a:latin typeface="Arial"/>
                <a:ea typeface="Arial"/>
                <a:cs typeface="Arial"/>
                <a:sym typeface="Arial"/>
              </a:defRPr>
            </a:lvl1pPr>
            <a:lvl2pPr indent="-228600" lvl="1" marL="914400" marR="0" rtl="0" algn="l">
              <a:lnSpc>
                <a:spcPct val="100000"/>
              </a:lnSpc>
              <a:spcBef>
                <a:spcPts val="2200"/>
              </a:spcBef>
              <a:spcAft>
                <a:spcPts val="0"/>
              </a:spcAft>
              <a:buClr>
                <a:srgbClr val="000000"/>
              </a:buClr>
              <a:buSzPts val="1100"/>
              <a:buFont typeface="Arial"/>
              <a:buNone/>
              <a:defRPr b="0" i="0" sz="1500" u="none" cap="none" strike="noStrike">
                <a:solidFill>
                  <a:srgbClr val="000000"/>
                </a:solidFill>
                <a:latin typeface="Arial"/>
                <a:ea typeface="Arial"/>
                <a:cs typeface="Arial"/>
                <a:sym typeface="Arial"/>
              </a:defRPr>
            </a:lvl2pPr>
            <a:lvl3pPr indent="-298450" lvl="2" marL="1371600" marR="0" rtl="0" algn="l">
              <a:lnSpc>
                <a:spcPct val="100000"/>
              </a:lnSpc>
              <a:spcBef>
                <a:spcPts val="2200"/>
              </a:spcBef>
              <a:spcAft>
                <a:spcPts val="0"/>
              </a:spcAft>
              <a:buClr>
                <a:srgbClr val="000000"/>
              </a:buClr>
              <a:buSzPts val="1100"/>
              <a:buFont typeface="Arial Black"/>
              <a:buChar char="•"/>
              <a:defRPr b="0" i="0" sz="1500" u="none" cap="none" strike="noStrike">
                <a:solidFill>
                  <a:srgbClr val="000000"/>
                </a:solidFill>
                <a:latin typeface="Arial Black"/>
                <a:ea typeface="Arial Black"/>
                <a:cs typeface="Arial Black"/>
                <a:sym typeface="Arial Black"/>
              </a:defRPr>
            </a:lvl3pPr>
            <a:lvl4pPr indent="-298450" lvl="3" marL="1828800" marR="0" rtl="0" algn="l">
              <a:lnSpc>
                <a:spcPct val="100000"/>
              </a:lnSpc>
              <a:spcBef>
                <a:spcPts val="2200"/>
              </a:spcBef>
              <a:spcAft>
                <a:spcPts val="0"/>
              </a:spcAft>
              <a:buClr>
                <a:srgbClr val="000000"/>
              </a:buClr>
              <a:buSzPts val="1100"/>
              <a:buFont typeface="Arial Black"/>
              <a:buChar char="•"/>
              <a:defRPr b="0" i="0" sz="1500" u="none" cap="none" strike="noStrike">
                <a:solidFill>
                  <a:srgbClr val="000000"/>
                </a:solidFill>
                <a:latin typeface="Arial Black"/>
                <a:ea typeface="Arial Black"/>
                <a:cs typeface="Arial Black"/>
                <a:sym typeface="Arial Black"/>
              </a:defRPr>
            </a:lvl4pPr>
            <a:lvl5pPr indent="-298450" lvl="4" marL="2286000" marR="0" rtl="0" algn="l">
              <a:lnSpc>
                <a:spcPct val="100000"/>
              </a:lnSpc>
              <a:spcBef>
                <a:spcPts val="2200"/>
              </a:spcBef>
              <a:spcAft>
                <a:spcPts val="0"/>
              </a:spcAft>
              <a:buClr>
                <a:srgbClr val="000000"/>
              </a:buClr>
              <a:buSzPts val="1100"/>
              <a:buFont typeface="Arial Black"/>
              <a:buChar char="•"/>
              <a:defRPr b="0" i="0" sz="1500" u="none" cap="none" strike="noStrike">
                <a:solidFill>
                  <a:srgbClr val="000000"/>
                </a:solidFill>
                <a:latin typeface="Arial Black"/>
                <a:ea typeface="Arial Black"/>
                <a:cs typeface="Arial Black"/>
                <a:sym typeface="Arial Black"/>
              </a:defRPr>
            </a:lvl5pPr>
            <a:lvl6pPr indent="-298450" lvl="5" marL="2743200" marR="0" rtl="0" algn="l">
              <a:lnSpc>
                <a:spcPct val="100000"/>
              </a:lnSpc>
              <a:spcBef>
                <a:spcPts val="2200"/>
              </a:spcBef>
              <a:spcAft>
                <a:spcPts val="0"/>
              </a:spcAft>
              <a:buClr>
                <a:srgbClr val="000000"/>
              </a:buClr>
              <a:buSzPts val="1100"/>
              <a:buFont typeface="Arial Black"/>
              <a:buChar char="•"/>
              <a:defRPr b="0" i="0" sz="1500" u="none" cap="none" strike="noStrike">
                <a:solidFill>
                  <a:srgbClr val="000000"/>
                </a:solidFill>
                <a:latin typeface="Arial Black"/>
                <a:ea typeface="Arial Black"/>
                <a:cs typeface="Arial Black"/>
                <a:sym typeface="Arial Black"/>
              </a:defRPr>
            </a:lvl6pPr>
            <a:lvl7pPr indent="-298450" lvl="6" marL="3200400" marR="0" rtl="0" algn="l">
              <a:lnSpc>
                <a:spcPct val="100000"/>
              </a:lnSpc>
              <a:spcBef>
                <a:spcPts val="2200"/>
              </a:spcBef>
              <a:spcAft>
                <a:spcPts val="0"/>
              </a:spcAft>
              <a:buClr>
                <a:srgbClr val="000000"/>
              </a:buClr>
              <a:buSzPts val="1100"/>
              <a:buFont typeface="Arial Black"/>
              <a:buChar char="•"/>
              <a:defRPr b="0" i="0" sz="1500" u="none" cap="none" strike="noStrike">
                <a:solidFill>
                  <a:srgbClr val="000000"/>
                </a:solidFill>
                <a:latin typeface="Arial Black"/>
                <a:ea typeface="Arial Black"/>
                <a:cs typeface="Arial Black"/>
                <a:sym typeface="Arial Black"/>
              </a:defRPr>
            </a:lvl7pPr>
            <a:lvl8pPr indent="-298450" lvl="7" marL="3657600" marR="0" rtl="0" algn="l">
              <a:lnSpc>
                <a:spcPct val="100000"/>
              </a:lnSpc>
              <a:spcBef>
                <a:spcPts val="2200"/>
              </a:spcBef>
              <a:spcAft>
                <a:spcPts val="0"/>
              </a:spcAft>
              <a:buClr>
                <a:srgbClr val="000000"/>
              </a:buClr>
              <a:buSzPts val="1100"/>
              <a:buFont typeface="Arial Black"/>
              <a:buChar char="•"/>
              <a:defRPr b="0" i="0" sz="1500" u="none" cap="none" strike="noStrike">
                <a:solidFill>
                  <a:srgbClr val="000000"/>
                </a:solidFill>
                <a:latin typeface="Arial Black"/>
                <a:ea typeface="Arial Black"/>
                <a:cs typeface="Arial Black"/>
                <a:sym typeface="Arial Black"/>
              </a:defRPr>
            </a:lvl8pPr>
            <a:lvl9pPr indent="-298450" lvl="8" marL="4114800" marR="0" rtl="0" algn="l">
              <a:lnSpc>
                <a:spcPct val="100000"/>
              </a:lnSpc>
              <a:spcBef>
                <a:spcPts val="2200"/>
              </a:spcBef>
              <a:spcAft>
                <a:spcPts val="0"/>
              </a:spcAft>
              <a:buClr>
                <a:srgbClr val="000000"/>
              </a:buClr>
              <a:buSzPts val="1100"/>
              <a:buFont typeface="Arial Black"/>
              <a:buChar char="•"/>
              <a:defRPr b="0" i="0" sz="1500" u="none" cap="none" strike="noStrike">
                <a:solidFill>
                  <a:srgbClr val="000000"/>
                </a:solidFill>
                <a:latin typeface="Arial Black"/>
                <a:ea typeface="Arial Black"/>
                <a:cs typeface="Arial Black"/>
                <a:sym typeface="Arial Black"/>
              </a:defRPr>
            </a:lvl9pPr>
          </a:lstStyle>
          <a:p/>
        </p:txBody>
      </p:sp>
      <p:pic>
        <p:nvPicPr>
          <p:cNvPr id="14" name="Google Shape;14;p84"/>
          <p:cNvPicPr preferRelativeResize="0"/>
          <p:nvPr/>
        </p:nvPicPr>
        <p:blipFill rotWithShape="1">
          <a:blip r:embed="rId2">
            <a:alphaModFix/>
          </a:blip>
          <a:srcRect b="0" l="0" r="0" t="0"/>
          <a:stretch/>
        </p:blipFill>
        <p:spPr>
          <a:xfrm>
            <a:off x="5713038" y="1671437"/>
            <a:ext cx="2844826" cy="180062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Option 1">
  <p:cSld name="Divider Option 1">
    <p:spTree>
      <p:nvGrpSpPr>
        <p:cNvPr id="15" name="Shape 15"/>
        <p:cNvGrpSpPr/>
        <p:nvPr/>
      </p:nvGrpSpPr>
      <p:grpSpPr>
        <a:xfrm>
          <a:off x="0" y="0"/>
          <a:ext cx="0" cy="0"/>
          <a:chOff x="0" y="0"/>
          <a:chExt cx="0" cy="0"/>
        </a:xfrm>
      </p:grpSpPr>
      <p:pic>
        <p:nvPicPr>
          <p:cNvPr id="16" name="Google Shape;16;p85"/>
          <p:cNvPicPr preferRelativeResize="0"/>
          <p:nvPr/>
        </p:nvPicPr>
        <p:blipFill rotWithShape="1">
          <a:blip r:embed="rId2">
            <a:alphaModFix/>
          </a:blip>
          <a:srcRect b="0" l="0" r="13" t="0"/>
          <a:stretch/>
        </p:blipFill>
        <p:spPr>
          <a:xfrm>
            <a:off x="0" y="0"/>
            <a:ext cx="9143999" cy="5143500"/>
          </a:xfrm>
          <a:prstGeom prst="rect">
            <a:avLst/>
          </a:prstGeom>
          <a:noFill/>
          <a:ln>
            <a:noFill/>
          </a:ln>
        </p:spPr>
      </p:pic>
      <p:sp>
        <p:nvSpPr>
          <p:cNvPr id="17" name="Google Shape;17;p85"/>
          <p:cNvSpPr/>
          <p:nvPr/>
        </p:nvSpPr>
        <p:spPr>
          <a:xfrm>
            <a:off x="0" y="-6723"/>
            <a:ext cx="9144000" cy="5143500"/>
          </a:xfrm>
          <a:prstGeom prst="rect">
            <a:avLst/>
          </a:prstGeom>
          <a:solidFill>
            <a:schemeClr val="dk1">
              <a:alpha val="45490"/>
            </a:schemeClr>
          </a:solidFill>
          <a:ln>
            <a:noFill/>
          </a:ln>
          <a:effectLst>
            <a:outerShdw blurRad="38100" rotWithShape="0" dir="5400000" dist="25400">
              <a:srgbClr val="000000">
                <a:alpha val="49411"/>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Arial"/>
              <a:ea typeface="Arial"/>
              <a:cs typeface="Arial"/>
              <a:sym typeface="Arial"/>
            </a:endParaRPr>
          </a:p>
        </p:txBody>
      </p:sp>
      <p:pic>
        <p:nvPicPr>
          <p:cNvPr id="18" name="Google Shape;18;p85"/>
          <p:cNvPicPr preferRelativeResize="0"/>
          <p:nvPr/>
        </p:nvPicPr>
        <p:blipFill rotWithShape="1">
          <a:blip r:embed="rId3">
            <a:alphaModFix/>
          </a:blip>
          <a:srcRect b="0" l="0" r="0" t="0"/>
          <a:stretch/>
        </p:blipFill>
        <p:spPr>
          <a:xfrm>
            <a:off x="520965" y="800103"/>
            <a:ext cx="8041488" cy="3570193"/>
          </a:xfrm>
          <a:prstGeom prst="rect">
            <a:avLst/>
          </a:prstGeom>
          <a:noFill/>
          <a:ln>
            <a:noFill/>
          </a:ln>
        </p:spPr>
      </p:pic>
      <p:pic>
        <p:nvPicPr>
          <p:cNvPr id="19" name="Google Shape;19;p85"/>
          <p:cNvPicPr preferRelativeResize="0"/>
          <p:nvPr/>
        </p:nvPicPr>
        <p:blipFill rotWithShape="1">
          <a:blip r:embed="rId4">
            <a:alphaModFix/>
          </a:blip>
          <a:srcRect b="0" l="0" r="0" t="0"/>
          <a:stretch/>
        </p:blipFill>
        <p:spPr>
          <a:xfrm>
            <a:off x="204727" y="164306"/>
            <a:ext cx="1054351" cy="223914"/>
          </a:xfrm>
          <a:prstGeom prst="rect">
            <a:avLst/>
          </a:prstGeom>
          <a:noFill/>
          <a:ln>
            <a:noFill/>
          </a:ln>
        </p:spPr>
      </p:pic>
      <p:sp>
        <p:nvSpPr>
          <p:cNvPr id="20" name="Google Shape;20;p85"/>
          <p:cNvSpPr txBox="1"/>
          <p:nvPr>
            <p:ph idx="12" type="sldNum"/>
          </p:nvPr>
        </p:nvSpPr>
        <p:spPr>
          <a:xfrm>
            <a:off x="246188" y="4767263"/>
            <a:ext cx="2057400" cy="273900"/>
          </a:xfrm>
          <a:prstGeom prst="rect">
            <a:avLst/>
          </a:prstGeom>
          <a:noFill/>
          <a:ln>
            <a:noFill/>
          </a:ln>
        </p:spPr>
        <p:txBody>
          <a:bodyPr anchorCtr="0" anchor="ctr" bIns="17150" lIns="34275" spcFirstLastPara="1" rIns="34275" wrap="square" tIns="17150">
            <a:noAutofit/>
          </a:bodyPr>
          <a:lstStyle>
            <a:lvl1pPr indent="0" lvl="0"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1pPr>
            <a:lvl2pPr indent="0" lvl="1"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2pPr>
            <a:lvl3pPr indent="0" lvl="2"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3pPr>
            <a:lvl4pPr indent="0" lvl="3"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4pPr>
            <a:lvl5pPr indent="0" lvl="4"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5pPr>
            <a:lvl6pPr indent="0" lvl="5"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6pPr>
            <a:lvl7pPr indent="0" lvl="6"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7pPr>
            <a:lvl8pPr indent="0" lvl="7"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8pPr>
            <a:lvl9pPr indent="0" lvl="8"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21" name="Google Shape;21;p85"/>
          <p:cNvSpPr txBox="1"/>
          <p:nvPr>
            <p:ph type="title"/>
          </p:nvPr>
        </p:nvSpPr>
        <p:spPr>
          <a:xfrm>
            <a:off x="1034546" y="1308926"/>
            <a:ext cx="4712400" cy="590100"/>
          </a:xfrm>
          <a:prstGeom prst="rect">
            <a:avLst/>
          </a:prstGeom>
          <a:noFill/>
          <a:ln>
            <a:noFill/>
          </a:ln>
        </p:spPr>
        <p:txBody>
          <a:bodyPr anchorCtr="0" anchor="t" bIns="17150" lIns="34275" spcFirstLastPara="1" rIns="34275" wrap="square" tIns="17150">
            <a:normAutofit/>
          </a:bodyPr>
          <a:lstStyle>
            <a:lvl1pPr lvl="0" marR="0" rtl="0" algn="l">
              <a:lnSpc>
                <a:spcPct val="100000"/>
              </a:lnSpc>
              <a:spcBef>
                <a:spcPts val="0"/>
              </a:spcBef>
              <a:spcAft>
                <a:spcPts val="0"/>
              </a:spcAft>
              <a:buClr>
                <a:schemeClr val="lt1"/>
              </a:buClr>
              <a:buSzPts val="3000"/>
              <a:buFont typeface="Arial"/>
              <a:buNone/>
              <a:defRPr b="1" i="0" sz="30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9pPr>
          </a:lstStyle>
          <a:p/>
        </p:txBody>
      </p:sp>
      <p:sp>
        <p:nvSpPr>
          <p:cNvPr id="22" name="Google Shape;22;p85"/>
          <p:cNvSpPr/>
          <p:nvPr/>
        </p:nvSpPr>
        <p:spPr>
          <a:xfrm>
            <a:off x="7186888" y="4987245"/>
            <a:ext cx="1781100" cy="1077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chemeClr val="lt1"/>
              </a:buClr>
              <a:buSzPts val="500"/>
              <a:buFont typeface="Arial"/>
              <a:buNone/>
            </a:pPr>
            <a:r>
              <a:rPr b="0" i="0" lang="en-US" sz="500" u="none" cap="none" strike="noStrike">
                <a:solidFill>
                  <a:schemeClr val="lt1"/>
                </a:solidFill>
                <a:latin typeface="Arial"/>
                <a:ea typeface="Arial"/>
                <a:cs typeface="Arial"/>
                <a:sym typeface="Arial"/>
              </a:rPr>
              <a:t>Copyright © Ocean Network Express Pte. Ltd. All Rights Reserved</a:t>
            </a:r>
            <a:endParaRPr b="0" i="0" sz="500" u="none" cap="none" strike="noStrike">
              <a:solidFill>
                <a:srgbClr val="000000"/>
              </a:solidFill>
              <a:latin typeface="Arial"/>
              <a:ea typeface="Arial"/>
              <a:cs typeface="Arial"/>
              <a:sym typeface="Arial"/>
            </a:endParaRPr>
          </a:p>
        </p:txBody>
      </p:sp>
      <p:cxnSp>
        <p:nvCxnSpPr>
          <p:cNvPr id="23" name="Google Shape;23;p85"/>
          <p:cNvCxnSpPr/>
          <p:nvPr/>
        </p:nvCxnSpPr>
        <p:spPr>
          <a:xfrm>
            <a:off x="204672" y="536317"/>
            <a:ext cx="1188900" cy="0"/>
          </a:xfrm>
          <a:prstGeom prst="straightConnector1">
            <a:avLst/>
          </a:prstGeom>
          <a:noFill/>
          <a:ln cap="flat" cmpd="sng" w="25400">
            <a:solidFill>
              <a:schemeClr val="lt1"/>
            </a:solidFill>
            <a:prstDash val="solid"/>
            <a:miter lim="400000"/>
            <a:headEnd len="sm" w="sm" type="none"/>
            <a:tailEnd len="sm" w="sm" type="none"/>
          </a:ln>
        </p:spPr>
      </p:cxnSp>
      <p:cxnSp>
        <p:nvCxnSpPr>
          <p:cNvPr id="24" name="Google Shape;24;p85"/>
          <p:cNvCxnSpPr/>
          <p:nvPr/>
        </p:nvCxnSpPr>
        <p:spPr>
          <a:xfrm>
            <a:off x="1451349" y="536317"/>
            <a:ext cx="7522500" cy="0"/>
          </a:xfrm>
          <a:prstGeom prst="straightConnector1">
            <a:avLst/>
          </a:prstGeom>
          <a:noFill/>
          <a:ln cap="flat" cmpd="sng" w="25400">
            <a:solidFill>
              <a:schemeClr val="lt1"/>
            </a:solidFill>
            <a:prstDash val="solid"/>
            <a:miter lim="400000"/>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ge Layout 1">
  <p:cSld name="Page Layout 1">
    <p:spTree>
      <p:nvGrpSpPr>
        <p:cNvPr id="25" name="Shape 25"/>
        <p:cNvGrpSpPr/>
        <p:nvPr/>
      </p:nvGrpSpPr>
      <p:grpSpPr>
        <a:xfrm>
          <a:off x="0" y="0"/>
          <a:ext cx="0" cy="0"/>
          <a:chOff x="0" y="0"/>
          <a:chExt cx="0" cy="0"/>
        </a:xfrm>
      </p:grpSpPr>
      <p:sp>
        <p:nvSpPr>
          <p:cNvPr id="26" name="Google Shape;26;p86"/>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lvl1pPr lvl="0" marR="0" rtl="0" algn="l">
              <a:lnSpc>
                <a:spcPct val="100000"/>
              </a:lnSpc>
              <a:spcBef>
                <a:spcPts val="0"/>
              </a:spcBef>
              <a:spcAft>
                <a:spcPts val="0"/>
              </a:spcAft>
              <a:buClr>
                <a:srgbClr val="BD0F72"/>
              </a:buClr>
              <a:buSzPts val="1900"/>
              <a:buFont typeface="Arial Black"/>
              <a:buNone/>
              <a:defRPr b="0" i="0" sz="1900" u="none" cap="none" strike="noStrike">
                <a:solidFill>
                  <a:srgbClr val="BD0F72"/>
                </a:solidFill>
                <a:latin typeface="Arial Black"/>
                <a:ea typeface="Arial Black"/>
                <a:cs typeface="Arial Black"/>
                <a:sym typeface="Arial Black"/>
              </a:defRPr>
            </a:lvl1pPr>
            <a:lvl2pPr lvl="1"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9pPr>
          </a:lstStyle>
          <a:p/>
        </p:txBody>
      </p:sp>
      <p:sp>
        <p:nvSpPr>
          <p:cNvPr id="27" name="Google Shape;27;p86"/>
          <p:cNvSpPr txBox="1"/>
          <p:nvPr>
            <p:ph idx="1" type="body"/>
          </p:nvPr>
        </p:nvSpPr>
        <p:spPr>
          <a:xfrm>
            <a:off x="203001" y="725365"/>
            <a:ext cx="8738100" cy="4134600"/>
          </a:xfrm>
          <a:prstGeom prst="rect">
            <a:avLst/>
          </a:prstGeom>
          <a:noFill/>
          <a:ln>
            <a:noFill/>
          </a:ln>
        </p:spPr>
        <p:txBody>
          <a:bodyPr anchorCtr="0" anchor="t" bIns="17150" lIns="34275" spcFirstLastPara="1" rIns="34275" wrap="square" tIns="17150">
            <a:noAutofit/>
          </a:bodyPr>
          <a:lstStyle>
            <a:lvl1pPr indent="-298450" lvl="0" marL="457200" marR="0" rtl="0" algn="l">
              <a:lnSpc>
                <a:spcPct val="100000"/>
              </a:lnSpc>
              <a:spcBef>
                <a:spcPts val="1100"/>
              </a:spcBef>
              <a:spcAft>
                <a:spcPts val="0"/>
              </a:spcAft>
              <a:buClr>
                <a:srgbClr val="000000"/>
              </a:buClr>
              <a:buSzPts val="1100"/>
              <a:buFont typeface="Arial"/>
              <a:buChar char="•"/>
              <a:defRPr b="0" i="0" sz="1500" u="none" cap="none" strike="noStrike">
                <a:solidFill>
                  <a:srgbClr val="000000"/>
                </a:solidFill>
                <a:latin typeface="Arial"/>
                <a:ea typeface="Arial"/>
                <a:cs typeface="Arial"/>
                <a:sym typeface="Arial"/>
              </a:defRPr>
            </a:lvl1pPr>
            <a:lvl2pPr indent="-298450" lvl="1" marL="914400" marR="0" rtl="0" algn="l">
              <a:lnSpc>
                <a:spcPct val="100000"/>
              </a:lnSpc>
              <a:spcBef>
                <a:spcPts val="1100"/>
              </a:spcBef>
              <a:spcAft>
                <a:spcPts val="0"/>
              </a:spcAft>
              <a:buClr>
                <a:srgbClr val="000000"/>
              </a:buClr>
              <a:buSzPts val="1100"/>
              <a:buFont typeface="Arial"/>
              <a:buChar char="•"/>
              <a:defRPr b="0" i="0" sz="1500" u="none" cap="none" strike="noStrike">
                <a:solidFill>
                  <a:srgbClr val="000000"/>
                </a:solidFill>
                <a:latin typeface="Arial"/>
                <a:ea typeface="Arial"/>
                <a:cs typeface="Arial"/>
                <a:sym typeface="Arial"/>
              </a:defRPr>
            </a:lvl2pPr>
            <a:lvl3pPr indent="-298450" lvl="2" marL="1371600" marR="0" rtl="0" algn="l">
              <a:lnSpc>
                <a:spcPct val="100000"/>
              </a:lnSpc>
              <a:spcBef>
                <a:spcPts val="1100"/>
              </a:spcBef>
              <a:spcAft>
                <a:spcPts val="0"/>
              </a:spcAft>
              <a:buClr>
                <a:srgbClr val="000000"/>
              </a:buClr>
              <a:buSzPts val="1100"/>
              <a:buFont typeface="Arial"/>
              <a:buChar char="•"/>
              <a:defRPr b="0" i="0" sz="1500" u="none" cap="none" strike="noStrike">
                <a:solidFill>
                  <a:srgbClr val="000000"/>
                </a:solidFill>
                <a:latin typeface="Arial"/>
                <a:ea typeface="Arial"/>
                <a:cs typeface="Arial"/>
                <a:sym typeface="Arial"/>
              </a:defRPr>
            </a:lvl3pPr>
            <a:lvl4pPr indent="-298450" lvl="3" marL="1828800" marR="0" rtl="0" algn="l">
              <a:lnSpc>
                <a:spcPct val="100000"/>
              </a:lnSpc>
              <a:spcBef>
                <a:spcPts val="1100"/>
              </a:spcBef>
              <a:spcAft>
                <a:spcPts val="0"/>
              </a:spcAft>
              <a:buClr>
                <a:srgbClr val="000000"/>
              </a:buClr>
              <a:buSzPts val="1100"/>
              <a:buFont typeface="Arial"/>
              <a:buChar char="•"/>
              <a:defRPr b="0" i="0" sz="1500" u="none" cap="none" strike="noStrike">
                <a:solidFill>
                  <a:srgbClr val="000000"/>
                </a:solidFill>
                <a:latin typeface="Arial"/>
                <a:ea typeface="Arial"/>
                <a:cs typeface="Arial"/>
                <a:sym typeface="Arial"/>
              </a:defRPr>
            </a:lvl4pPr>
            <a:lvl5pPr indent="-298450" lvl="4" marL="2286000" marR="0" rtl="0" algn="l">
              <a:lnSpc>
                <a:spcPct val="100000"/>
              </a:lnSpc>
              <a:spcBef>
                <a:spcPts val="1100"/>
              </a:spcBef>
              <a:spcAft>
                <a:spcPts val="0"/>
              </a:spcAft>
              <a:buClr>
                <a:srgbClr val="000000"/>
              </a:buClr>
              <a:buSzPts val="1100"/>
              <a:buFont typeface="Arial"/>
              <a:buChar char="•"/>
              <a:defRPr b="0" i="0" sz="1500" u="none" cap="none" strike="noStrike">
                <a:solidFill>
                  <a:srgbClr val="000000"/>
                </a:solidFill>
                <a:latin typeface="Arial"/>
                <a:ea typeface="Arial"/>
                <a:cs typeface="Arial"/>
                <a:sym typeface="Arial"/>
              </a:defRPr>
            </a:lvl5pPr>
            <a:lvl6pPr indent="-298450" lvl="5" marL="2743200" marR="0" rtl="0" algn="l">
              <a:lnSpc>
                <a:spcPct val="100000"/>
              </a:lnSpc>
              <a:spcBef>
                <a:spcPts val="2200"/>
              </a:spcBef>
              <a:spcAft>
                <a:spcPts val="0"/>
              </a:spcAft>
              <a:buClr>
                <a:srgbClr val="000000"/>
              </a:buClr>
              <a:buSzPts val="1100"/>
              <a:buFont typeface="Arial Black"/>
              <a:buChar char="•"/>
              <a:defRPr b="0" i="0" sz="1500" u="none" cap="none" strike="noStrike">
                <a:solidFill>
                  <a:srgbClr val="000000"/>
                </a:solidFill>
                <a:latin typeface="Arial Black"/>
                <a:ea typeface="Arial Black"/>
                <a:cs typeface="Arial Black"/>
                <a:sym typeface="Arial Black"/>
              </a:defRPr>
            </a:lvl6pPr>
            <a:lvl7pPr indent="-298450" lvl="6" marL="3200400" marR="0" rtl="0" algn="l">
              <a:lnSpc>
                <a:spcPct val="100000"/>
              </a:lnSpc>
              <a:spcBef>
                <a:spcPts val="2200"/>
              </a:spcBef>
              <a:spcAft>
                <a:spcPts val="0"/>
              </a:spcAft>
              <a:buClr>
                <a:srgbClr val="000000"/>
              </a:buClr>
              <a:buSzPts val="1100"/>
              <a:buFont typeface="Arial Black"/>
              <a:buChar char="•"/>
              <a:defRPr b="0" i="0" sz="1500" u="none" cap="none" strike="noStrike">
                <a:solidFill>
                  <a:srgbClr val="000000"/>
                </a:solidFill>
                <a:latin typeface="Arial Black"/>
                <a:ea typeface="Arial Black"/>
                <a:cs typeface="Arial Black"/>
                <a:sym typeface="Arial Black"/>
              </a:defRPr>
            </a:lvl7pPr>
            <a:lvl8pPr indent="-298450" lvl="7" marL="3657600" marR="0" rtl="0" algn="l">
              <a:lnSpc>
                <a:spcPct val="100000"/>
              </a:lnSpc>
              <a:spcBef>
                <a:spcPts val="2200"/>
              </a:spcBef>
              <a:spcAft>
                <a:spcPts val="0"/>
              </a:spcAft>
              <a:buClr>
                <a:srgbClr val="000000"/>
              </a:buClr>
              <a:buSzPts val="1100"/>
              <a:buFont typeface="Arial Black"/>
              <a:buChar char="•"/>
              <a:defRPr b="0" i="0" sz="1500" u="none" cap="none" strike="noStrike">
                <a:solidFill>
                  <a:srgbClr val="000000"/>
                </a:solidFill>
                <a:latin typeface="Arial Black"/>
                <a:ea typeface="Arial Black"/>
                <a:cs typeface="Arial Black"/>
                <a:sym typeface="Arial Black"/>
              </a:defRPr>
            </a:lvl8pPr>
            <a:lvl9pPr indent="-298450" lvl="8" marL="4114800" marR="0" rtl="0" algn="l">
              <a:lnSpc>
                <a:spcPct val="100000"/>
              </a:lnSpc>
              <a:spcBef>
                <a:spcPts val="2200"/>
              </a:spcBef>
              <a:spcAft>
                <a:spcPts val="0"/>
              </a:spcAft>
              <a:buClr>
                <a:srgbClr val="000000"/>
              </a:buClr>
              <a:buSzPts val="1100"/>
              <a:buFont typeface="Arial Black"/>
              <a:buChar char="•"/>
              <a:defRPr b="0" i="0" sz="1500" u="none" cap="none" strike="noStrike">
                <a:solidFill>
                  <a:srgbClr val="000000"/>
                </a:solidFill>
                <a:latin typeface="Arial Black"/>
                <a:ea typeface="Arial Black"/>
                <a:cs typeface="Arial Black"/>
                <a:sym typeface="Arial Black"/>
              </a:defRPr>
            </a:lvl9pPr>
          </a:lstStyle>
          <a:p/>
        </p:txBody>
      </p:sp>
      <p:sp>
        <p:nvSpPr>
          <p:cNvPr id="28" name="Google Shape;28;p86"/>
          <p:cNvSpPr txBox="1"/>
          <p:nvPr>
            <p:ph idx="12" type="sldNum"/>
          </p:nvPr>
        </p:nvSpPr>
        <p:spPr>
          <a:xfrm>
            <a:off x="193433" y="4859948"/>
            <a:ext cx="2057400" cy="181200"/>
          </a:xfrm>
          <a:prstGeom prst="rect">
            <a:avLst/>
          </a:prstGeom>
          <a:noFill/>
          <a:ln>
            <a:noFill/>
          </a:ln>
        </p:spPr>
        <p:txBody>
          <a:bodyPr anchorCtr="0" anchor="ctr" bIns="17150" lIns="34275" spcFirstLastPara="1" rIns="34275" wrap="square" tIns="17150">
            <a:noAutofit/>
          </a:bodyPr>
          <a:lstStyle>
            <a:lvl1pPr indent="0" lvl="0"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age Slide">
  <p:cSld name="Content Page Slide">
    <p:bg>
      <p:bgPr>
        <a:solidFill>
          <a:srgbClr val="BFC6BF"/>
        </a:solidFill>
      </p:bgPr>
    </p:bg>
    <p:spTree>
      <p:nvGrpSpPr>
        <p:cNvPr id="29" name="Shape 29"/>
        <p:cNvGrpSpPr/>
        <p:nvPr/>
      </p:nvGrpSpPr>
      <p:grpSpPr>
        <a:xfrm>
          <a:off x="0" y="0"/>
          <a:ext cx="0" cy="0"/>
          <a:chOff x="0" y="0"/>
          <a:chExt cx="0" cy="0"/>
        </a:xfrm>
      </p:grpSpPr>
      <p:sp>
        <p:nvSpPr>
          <p:cNvPr id="30" name="Google Shape;30;p87"/>
          <p:cNvSpPr txBox="1"/>
          <p:nvPr>
            <p:ph idx="1" type="body"/>
          </p:nvPr>
        </p:nvSpPr>
        <p:spPr>
          <a:xfrm>
            <a:off x="1438498" y="698989"/>
            <a:ext cx="7365206" cy="393675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225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1" name="Google Shape;31;p87"/>
          <p:cNvSpPr txBox="1"/>
          <p:nvPr>
            <p:ph idx="12" type="sldNum"/>
          </p:nvPr>
        </p:nvSpPr>
        <p:spPr>
          <a:xfrm>
            <a:off x="193433" y="4767262"/>
            <a:ext cx="2057400" cy="2738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32" name="Google Shape;32;p87"/>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age Layout 1">
  <p:cSld name="1_Page Layout 1">
    <p:spTree>
      <p:nvGrpSpPr>
        <p:cNvPr id="33" name="Shape 33"/>
        <p:cNvGrpSpPr/>
        <p:nvPr/>
      </p:nvGrpSpPr>
      <p:grpSpPr>
        <a:xfrm>
          <a:off x="0" y="0"/>
          <a:ext cx="0" cy="0"/>
          <a:chOff x="0" y="0"/>
          <a:chExt cx="0" cy="0"/>
        </a:xfrm>
      </p:grpSpPr>
      <p:sp>
        <p:nvSpPr>
          <p:cNvPr id="34" name="Google Shape;34;p88"/>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5" name="Google Shape;35;p88"/>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6" name="Google Shape;36;p88"/>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age Layout 1">
  <p:cSld name="2_Page Layout 1">
    <p:spTree>
      <p:nvGrpSpPr>
        <p:cNvPr id="37" name="Shape 37"/>
        <p:cNvGrpSpPr/>
        <p:nvPr/>
      </p:nvGrpSpPr>
      <p:grpSpPr>
        <a:xfrm>
          <a:off x="0" y="0"/>
          <a:ext cx="0" cy="0"/>
          <a:chOff x="0" y="0"/>
          <a:chExt cx="0" cy="0"/>
        </a:xfrm>
      </p:grpSpPr>
      <p:sp>
        <p:nvSpPr>
          <p:cNvPr id="38" name="Google Shape;38;p89"/>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39" name="Google Shape;39;p89"/>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0" name="Google Shape;40;p89"/>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age Layout 1">
  <p:cSld name="3_Page Layout 1">
    <p:spTree>
      <p:nvGrpSpPr>
        <p:cNvPr id="41" name="Shape 41"/>
        <p:cNvGrpSpPr/>
        <p:nvPr/>
      </p:nvGrpSpPr>
      <p:grpSpPr>
        <a:xfrm>
          <a:off x="0" y="0"/>
          <a:ext cx="0" cy="0"/>
          <a:chOff x="0" y="0"/>
          <a:chExt cx="0" cy="0"/>
        </a:xfrm>
      </p:grpSpPr>
      <p:sp>
        <p:nvSpPr>
          <p:cNvPr id="42" name="Google Shape;42;p90"/>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3" name="Google Shape;43;p90"/>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4" name="Google Shape;44;p90"/>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Page Layout 1">
  <p:cSld name="4_Page Layout 1">
    <p:spTree>
      <p:nvGrpSpPr>
        <p:cNvPr id="45" name="Shape 45"/>
        <p:cNvGrpSpPr/>
        <p:nvPr/>
      </p:nvGrpSpPr>
      <p:grpSpPr>
        <a:xfrm>
          <a:off x="0" y="0"/>
          <a:ext cx="0" cy="0"/>
          <a:chOff x="0" y="0"/>
          <a:chExt cx="0" cy="0"/>
        </a:xfrm>
      </p:grpSpPr>
      <p:sp>
        <p:nvSpPr>
          <p:cNvPr id="46" name="Google Shape;46;p91"/>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7" name="Google Shape;47;p91"/>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48" name="Google Shape;48;p91"/>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Page Layout 1">
  <p:cSld name="5_Page Layout 1">
    <p:spTree>
      <p:nvGrpSpPr>
        <p:cNvPr id="49" name="Shape 49"/>
        <p:cNvGrpSpPr/>
        <p:nvPr/>
      </p:nvGrpSpPr>
      <p:grpSpPr>
        <a:xfrm>
          <a:off x="0" y="0"/>
          <a:ext cx="0" cy="0"/>
          <a:chOff x="0" y="0"/>
          <a:chExt cx="0" cy="0"/>
        </a:xfrm>
      </p:grpSpPr>
      <p:sp>
        <p:nvSpPr>
          <p:cNvPr id="50" name="Google Shape;50;p92"/>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51" name="Google Shape;51;p92"/>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52" name="Google Shape;52;p92"/>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Page Layout 1">
  <p:cSld name="6_Page Layout 1">
    <p:spTree>
      <p:nvGrpSpPr>
        <p:cNvPr id="53" name="Shape 53"/>
        <p:cNvGrpSpPr/>
        <p:nvPr/>
      </p:nvGrpSpPr>
      <p:grpSpPr>
        <a:xfrm>
          <a:off x="0" y="0"/>
          <a:ext cx="0" cy="0"/>
          <a:chOff x="0" y="0"/>
          <a:chExt cx="0" cy="0"/>
        </a:xfrm>
      </p:grpSpPr>
      <p:sp>
        <p:nvSpPr>
          <p:cNvPr id="54" name="Google Shape;54;p93"/>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55" name="Google Shape;55;p93"/>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56" name="Google Shape;56;p93"/>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Page Layout 1">
  <p:cSld name="7_Page Layout 1">
    <p:spTree>
      <p:nvGrpSpPr>
        <p:cNvPr id="57" name="Shape 57"/>
        <p:cNvGrpSpPr/>
        <p:nvPr/>
      </p:nvGrpSpPr>
      <p:grpSpPr>
        <a:xfrm>
          <a:off x="0" y="0"/>
          <a:ext cx="0" cy="0"/>
          <a:chOff x="0" y="0"/>
          <a:chExt cx="0" cy="0"/>
        </a:xfrm>
      </p:grpSpPr>
      <p:sp>
        <p:nvSpPr>
          <p:cNvPr id="58" name="Google Shape;58;p94"/>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59" name="Google Shape;59;p94"/>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0" name="Google Shape;60;p94"/>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Page Layout 1">
  <p:cSld name="8_Page Layout 1">
    <p:spTree>
      <p:nvGrpSpPr>
        <p:cNvPr id="61" name="Shape 61"/>
        <p:cNvGrpSpPr/>
        <p:nvPr/>
      </p:nvGrpSpPr>
      <p:grpSpPr>
        <a:xfrm>
          <a:off x="0" y="0"/>
          <a:ext cx="0" cy="0"/>
          <a:chOff x="0" y="0"/>
          <a:chExt cx="0" cy="0"/>
        </a:xfrm>
      </p:grpSpPr>
      <p:sp>
        <p:nvSpPr>
          <p:cNvPr id="62" name="Google Shape;62;p95"/>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3" name="Google Shape;63;p95"/>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4" name="Google Shape;64;p95"/>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Page Layout 1">
  <p:cSld name="9_Page Layout 1">
    <p:spTree>
      <p:nvGrpSpPr>
        <p:cNvPr id="65" name="Shape 65"/>
        <p:cNvGrpSpPr/>
        <p:nvPr/>
      </p:nvGrpSpPr>
      <p:grpSpPr>
        <a:xfrm>
          <a:off x="0" y="0"/>
          <a:ext cx="0" cy="0"/>
          <a:chOff x="0" y="0"/>
          <a:chExt cx="0" cy="0"/>
        </a:xfrm>
      </p:grpSpPr>
      <p:sp>
        <p:nvSpPr>
          <p:cNvPr id="66" name="Google Shape;66;p96"/>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7" name="Google Shape;67;p96"/>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8" name="Google Shape;68;p96"/>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Page Layout 1">
  <p:cSld name="10_Page Layout 1">
    <p:spTree>
      <p:nvGrpSpPr>
        <p:cNvPr id="69" name="Shape 69"/>
        <p:cNvGrpSpPr/>
        <p:nvPr/>
      </p:nvGrpSpPr>
      <p:grpSpPr>
        <a:xfrm>
          <a:off x="0" y="0"/>
          <a:ext cx="0" cy="0"/>
          <a:chOff x="0" y="0"/>
          <a:chExt cx="0" cy="0"/>
        </a:xfrm>
      </p:grpSpPr>
      <p:sp>
        <p:nvSpPr>
          <p:cNvPr id="70" name="Google Shape;70;p97"/>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71" name="Google Shape;71;p97"/>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72" name="Google Shape;72;p97"/>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Page Layout 1">
  <p:cSld name="11_Page Layout 1">
    <p:spTree>
      <p:nvGrpSpPr>
        <p:cNvPr id="73" name="Shape 73"/>
        <p:cNvGrpSpPr/>
        <p:nvPr/>
      </p:nvGrpSpPr>
      <p:grpSpPr>
        <a:xfrm>
          <a:off x="0" y="0"/>
          <a:ext cx="0" cy="0"/>
          <a:chOff x="0" y="0"/>
          <a:chExt cx="0" cy="0"/>
        </a:xfrm>
      </p:grpSpPr>
      <p:sp>
        <p:nvSpPr>
          <p:cNvPr id="74" name="Google Shape;74;p98"/>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75" name="Google Shape;75;p98"/>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76" name="Google Shape;76;p98"/>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Page Layout 1">
  <p:cSld name="12_Page Layout 1">
    <p:spTree>
      <p:nvGrpSpPr>
        <p:cNvPr id="77" name="Shape 77"/>
        <p:cNvGrpSpPr/>
        <p:nvPr/>
      </p:nvGrpSpPr>
      <p:grpSpPr>
        <a:xfrm>
          <a:off x="0" y="0"/>
          <a:ext cx="0" cy="0"/>
          <a:chOff x="0" y="0"/>
          <a:chExt cx="0" cy="0"/>
        </a:xfrm>
      </p:grpSpPr>
      <p:sp>
        <p:nvSpPr>
          <p:cNvPr id="78" name="Google Shape;78;p99"/>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79" name="Google Shape;79;p99"/>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80" name="Google Shape;80;p99"/>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Page Layout 1">
  <p:cSld name="13_Page Layout 1">
    <p:spTree>
      <p:nvGrpSpPr>
        <p:cNvPr id="81" name="Shape 81"/>
        <p:cNvGrpSpPr/>
        <p:nvPr/>
      </p:nvGrpSpPr>
      <p:grpSpPr>
        <a:xfrm>
          <a:off x="0" y="0"/>
          <a:ext cx="0" cy="0"/>
          <a:chOff x="0" y="0"/>
          <a:chExt cx="0" cy="0"/>
        </a:xfrm>
      </p:grpSpPr>
      <p:sp>
        <p:nvSpPr>
          <p:cNvPr id="82" name="Google Shape;82;p100"/>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83" name="Google Shape;83;p100"/>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84" name="Google Shape;84;p100"/>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vider Option 1">
  <p:cSld name="2_Divider Option 1">
    <p:spTree>
      <p:nvGrpSpPr>
        <p:cNvPr id="85" name="Shape 85"/>
        <p:cNvGrpSpPr/>
        <p:nvPr/>
      </p:nvGrpSpPr>
      <p:grpSpPr>
        <a:xfrm>
          <a:off x="0" y="0"/>
          <a:ext cx="0" cy="0"/>
          <a:chOff x="0" y="0"/>
          <a:chExt cx="0" cy="0"/>
        </a:xfrm>
      </p:grpSpPr>
      <p:pic>
        <p:nvPicPr>
          <p:cNvPr id="86" name="Google Shape;86;p101"/>
          <p:cNvPicPr preferRelativeResize="0"/>
          <p:nvPr/>
        </p:nvPicPr>
        <p:blipFill rotWithShape="1">
          <a:blip r:embed="rId2">
            <a:alphaModFix/>
          </a:blip>
          <a:srcRect b="0" l="3956" r="3956" t="0"/>
          <a:stretch/>
        </p:blipFill>
        <p:spPr>
          <a:xfrm>
            <a:off x="0" y="0"/>
            <a:ext cx="9144000" cy="5143500"/>
          </a:xfrm>
          <a:prstGeom prst="rect">
            <a:avLst/>
          </a:prstGeom>
          <a:noFill/>
          <a:ln>
            <a:noFill/>
          </a:ln>
        </p:spPr>
      </p:pic>
      <p:sp>
        <p:nvSpPr>
          <p:cNvPr id="87" name="Google Shape;87;p101"/>
          <p:cNvSpPr/>
          <p:nvPr/>
        </p:nvSpPr>
        <p:spPr>
          <a:xfrm>
            <a:off x="0" y="2453458"/>
            <a:ext cx="9144000" cy="223138"/>
          </a:xfrm>
          <a:prstGeom prst="rect">
            <a:avLst/>
          </a:prstGeom>
          <a:solidFill>
            <a:schemeClr val="dk1">
              <a:alpha val="45882"/>
            </a:schemeClr>
          </a:solidFill>
          <a:ln>
            <a:noFill/>
          </a:ln>
          <a:effectLst>
            <a:outerShdw blurRad="38100" rotWithShape="0" dir="5400000" dist="25400">
              <a:srgbClr val="000000">
                <a:alpha val="49803"/>
              </a:srgbClr>
            </a:outerShdw>
          </a:effectLst>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Arial"/>
              <a:ea typeface="Arial"/>
              <a:cs typeface="Arial"/>
              <a:sym typeface="Arial"/>
            </a:endParaRPr>
          </a:p>
        </p:txBody>
      </p:sp>
      <p:pic>
        <p:nvPicPr>
          <p:cNvPr id="88" name="Google Shape;88;p101"/>
          <p:cNvPicPr preferRelativeResize="0"/>
          <p:nvPr/>
        </p:nvPicPr>
        <p:blipFill rotWithShape="1">
          <a:blip r:embed="rId3">
            <a:alphaModFix/>
          </a:blip>
          <a:srcRect b="0" l="0" r="0" t="0"/>
          <a:stretch/>
        </p:blipFill>
        <p:spPr>
          <a:xfrm>
            <a:off x="520965" y="800103"/>
            <a:ext cx="8041487" cy="3570192"/>
          </a:xfrm>
          <a:prstGeom prst="rect">
            <a:avLst/>
          </a:prstGeom>
          <a:noFill/>
          <a:ln>
            <a:noFill/>
          </a:ln>
        </p:spPr>
      </p:pic>
      <p:pic>
        <p:nvPicPr>
          <p:cNvPr id="89" name="Google Shape;89;p101"/>
          <p:cNvPicPr preferRelativeResize="0"/>
          <p:nvPr/>
        </p:nvPicPr>
        <p:blipFill rotWithShape="1">
          <a:blip r:embed="rId4">
            <a:alphaModFix/>
          </a:blip>
          <a:srcRect b="0" l="0" r="0" t="0"/>
          <a:stretch/>
        </p:blipFill>
        <p:spPr>
          <a:xfrm>
            <a:off x="204727" y="164306"/>
            <a:ext cx="1054350" cy="223914"/>
          </a:xfrm>
          <a:prstGeom prst="rect">
            <a:avLst/>
          </a:prstGeom>
          <a:noFill/>
          <a:ln>
            <a:noFill/>
          </a:ln>
        </p:spPr>
      </p:pic>
      <p:sp>
        <p:nvSpPr>
          <p:cNvPr id="90" name="Google Shape;90;p101"/>
          <p:cNvSpPr txBox="1"/>
          <p:nvPr>
            <p:ph idx="12" type="sldNum"/>
          </p:nvPr>
        </p:nvSpPr>
        <p:spPr>
          <a:xfrm>
            <a:off x="246188" y="4767262"/>
            <a:ext cx="2057400" cy="2738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91" name="Google Shape;91;p101"/>
          <p:cNvSpPr txBox="1"/>
          <p:nvPr>
            <p:ph type="title"/>
          </p:nvPr>
        </p:nvSpPr>
        <p:spPr>
          <a:xfrm>
            <a:off x="1034546" y="1308926"/>
            <a:ext cx="4712403" cy="589953"/>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SzPts val="1400"/>
              <a:buNone/>
              <a:defRPr b="1" i="0" sz="30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92" name="Google Shape;92;p101"/>
          <p:cNvSpPr/>
          <p:nvPr/>
        </p:nvSpPr>
        <p:spPr>
          <a:xfrm>
            <a:off x="7186888" y="4987246"/>
            <a:ext cx="1736053" cy="107722"/>
          </a:xfrm>
          <a:prstGeom prst="rect">
            <a:avLst/>
          </a:prstGeom>
          <a:noFill/>
          <a:ln>
            <a:noFill/>
          </a:ln>
        </p:spPr>
        <p:txBody>
          <a:bodyPr anchorCtr="0" anchor="ctr" bIns="19050" lIns="19050" spcFirstLastPara="1" rIns="19050" wrap="square" tIns="19050">
            <a:spAutoFit/>
          </a:bodyPr>
          <a:lstStyle/>
          <a:p>
            <a:pPr indent="0" lvl="0" marL="0" marR="0" rtl="0" algn="l">
              <a:lnSpc>
                <a:spcPct val="100000"/>
              </a:lnSpc>
              <a:spcBef>
                <a:spcPts val="0"/>
              </a:spcBef>
              <a:spcAft>
                <a:spcPts val="0"/>
              </a:spcAft>
              <a:buNone/>
            </a:pPr>
            <a:r>
              <a:rPr b="0" i="0" lang="en-US" sz="450" u="none" cap="none" strike="noStrike">
                <a:solidFill>
                  <a:schemeClr val="lt1"/>
                </a:solidFill>
                <a:latin typeface="Arial"/>
                <a:ea typeface="Arial"/>
                <a:cs typeface="Arial"/>
                <a:sym typeface="Arial"/>
              </a:rPr>
              <a:t>Copyright © Ocean Network Express Pte. Ltd. All Rights Reserved</a:t>
            </a:r>
            <a:endParaRPr/>
          </a:p>
        </p:txBody>
      </p:sp>
      <p:cxnSp>
        <p:nvCxnSpPr>
          <p:cNvPr id="93" name="Google Shape;93;p101"/>
          <p:cNvCxnSpPr/>
          <p:nvPr/>
        </p:nvCxnSpPr>
        <p:spPr>
          <a:xfrm>
            <a:off x="204672" y="536317"/>
            <a:ext cx="1188900" cy="0"/>
          </a:xfrm>
          <a:prstGeom prst="straightConnector1">
            <a:avLst/>
          </a:prstGeom>
          <a:noFill/>
          <a:ln cap="flat" cmpd="sng" w="25400">
            <a:solidFill>
              <a:schemeClr val="lt1"/>
            </a:solidFill>
            <a:prstDash val="solid"/>
            <a:miter lim="400000"/>
            <a:headEnd len="sm" w="sm" type="none"/>
            <a:tailEnd len="sm" w="sm" type="none"/>
          </a:ln>
        </p:spPr>
      </p:cxnSp>
      <p:cxnSp>
        <p:nvCxnSpPr>
          <p:cNvPr id="94" name="Google Shape;94;p101"/>
          <p:cNvCxnSpPr/>
          <p:nvPr/>
        </p:nvCxnSpPr>
        <p:spPr>
          <a:xfrm>
            <a:off x="1451350" y="536317"/>
            <a:ext cx="7522390" cy="0"/>
          </a:xfrm>
          <a:prstGeom prst="straightConnector1">
            <a:avLst/>
          </a:prstGeom>
          <a:noFill/>
          <a:ln cap="flat" cmpd="sng" w="25400">
            <a:solidFill>
              <a:schemeClr val="lt1"/>
            </a:solidFill>
            <a:prstDash val="solid"/>
            <a:miter lim="400000"/>
            <a:headEnd len="sm" w="sm" type="none"/>
            <a:tailEnd len="sm" w="sm"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Page Layout 1">
  <p:cSld name="14_Page Layout 1">
    <p:spTree>
      <p:nvGrpSpPr>
        <p:cNvPr id="95" name="Shape 95"/>
        <p:cNvGrpSpPr/>
        <p:nvPr/>
      </p:nvGrpSpPr>
      <p:grpSpPr>
        <a:xfrm>
          <a:off x="0" y="0"/>
          <a:ext cx="0" cy="0"/>
          <a:chOff x="0" y="0"/>
          <a:chExt cx="0" cy="0"/>
        </a:xfrm>
      </p:grpSpPr>
      <p:sp>
        <p:nvSpPr>
          <p:cNvPr id="96" name="Google Shape;96;p102"/>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97" name="Google Shape;97;p102"/>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98" name="Google Shape;98;p102"/>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Page Layout 1">
  <p:cSld name="15_Page Layout 1">
    <p:spTree>
      <p:nvGrpSpPr>
        <p:cNvPr id="99" name="Shape 99"/>
        <p:cNvGrpSpPr/>
        <p:nvPr/>
      </p:nvGrpSpPr>
      <p:grpSpPr>
        <a:xfrm>
          <a:off x="0" y="0"/>
          <a:ext cx="0" cy="0"/>
          <a:chOff x="0" y="0"/>
          <a:chExt cx="0" cy="0"/>
        </a:xfrm>
      </p:grpSpPr>
      <p:sp>
        <p:nvSpPr>
          <p:cNvPr id="100" name="Google Shape;100;p103"/>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01" name="Google Shape;101;p103"/>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02" name="Google Shape;102;p103"/>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vider Option 1">
  <p:cSld name="3_Divider Option 1">
    <p:spTree>
      <p:nvGrpSpPr>
        <p:cNvPr id="103" name="Shape 103"/>
        <p:cNvGrpSpPr/>
        <p:nvPr/>
      </p:nvGrpSpPr>
      <p:grpSpPr>
        <a:xfrm>
          <a:off x="0" y="0"/>
          <a:ext cx="0" cy="0"/>
          <a:chOff x="0" y="0"/>
          <a:chExt cx="0" cy="0"/>
        </a:xfrm>
      </p:grpSpPr>
      <p:pic>
        <p:nvPicPr>
          <p:cNvPr id="104" name="Google Shape;104;p104"/>
          <p:cNvPicPr preferRelativeResize="0"/>
          <p:nvPr/>
        </p:nvPicPr>
        <p:blipFill rotWithShape="1">
          <a:blip r:embed="rId2">
            <a:alphaModFix/>
          </a:blip>
          <a:srcRect b="0" l="3956" r="3956" t="0"/>
          <a:stretch/>
        </p:blipFill>
        <p:spPr>
          <a:xfrm>
            <a:off x="0" y="0"/>
            <a:ext cx="9144000" cy="5143500"/>
          </a:xfrm>
          <a:prstGeom prst="rect">
            <a:avLst/>
          </a:prstGeom>
          <a:noFill/>
          <a:ln>
            <a:noFill/>
          </a:ln>
        </p:spPr>
      </p:pic>
      <p:sp>
        <p:nvSpPr>
          <p:cNvPr id="105" name="Google Shape;105;p104"/>
          <p:cNvSpPr/>
          <p:nvPr/>
        </p:nvSpPr>
        <p:spPr>
          <a:xfrm>
            <a:off x="0" y="2453458"/>
            <a:ext cx="9144000" cy="223138"/>
          </a:xfrm>
          <a:prstGeom prst="rect">
            <a:avLst/>
          </a:prstGeom>
          <a:solidFill>
            <a:schemeClr val="dk1">
              <a:alpha val="45882"/>
            </a:schemeClr>
          </a:solidFill>
          <a:ln>
            <a:noFill/>
          </a:ln>
          <a:effectLst>
            <a:outerShdw blurRad="38100" rotWithShape="0" dir="5400000" dist="25400">
              <a:srgbClr val="000000">
                <a:alpha val="49803"/>
              </a:srgbClr>
            </a:outerShdw>
          </a:effectLst>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Arial"/>
              <a:ea typeface="Arial"/>
              <a:cs typeface="Arial"/>
              <a:sym typeface="Arial"/>
            </a:endParaRPr>
          </a:p>
        </p:txBody>
      </p:sp>
      <p:pic>
        <p:nvPicPr>
          <p:cNvPr id="106" name="Google Shape;106;p104"/>
          <p:cNvPicPr preferRelativeResize="0"/>
          <p:nvPr/>
        </p:nvPicPr>
        <p:blipFill rotWithShape="1">
          <a:blip r:embed="rId3">
            <a:alphaModFix/>
          </a:blip>
          <a:srcRect b="0" l="0" r="0" t="0"/>
          <a:stretch/>
        </p:blipFill>
        <p:spPr>
          <a:xfrm>
            <a:off x="520965" y="800103"/>
            <a:ext cx="8041487" cy="3570192"/>
          </a:xfrm>
          <a:prstGeom prst="rect">
            <a:avLst/>
          </a:prstGeom>
          <a:noFill/>
          <a:ln>
            <a:noFill/>
          </a:ln>
        </p:spPr>
      </p:pic>
      <p:pic>
        <p:nvPicPr>
          <p:cNvPr id="107" name="Google Shape;107;p104"/>
          <p:cNvPicPr preferRelativeResize="0"/>
          <p:nvPr/>
        </p:nvPicPr>
        <p:blipFill rotWithShape="1">
          <a:blip r:embed="rId4">
            <a:alphaModFix/>
          </a:blip>
          <a:srcRect b="0" l="0" r="0" t="0"/>
          <a:stretch/>
        </p:blipFill>
        <p:spPr>
          <a:xfrm>
            <a:off x="204727" y="164306"/>
            <a:ext cx="1054350" cy="223914"/>
          </a:xfrm>
          <a:prstGeom prst="rect">
            <a:avLst/>
          </a:prstGeom>
          <a:noFill/>
          <a:ln>
            <a:noFill/>
          </a:ln>
        </p:spPr>
      </p:pic>
      <p:sp>
        <p:nvSpPr>
          <p:cNvPr id="108" name="Google Shape;108;p104"/>
          <p:cNvSpPr txBox="1"/>
          <p:nvPr>
            <p:ph idx="12" type="sldNum"/>
          </p:nvPr>
        </p:nvSpPr>
        <p:spPr>
          <a:xfrm>
            <a:off x="246188" y="4767262"/>
            <a:ext cx="2057400" cy="2738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109" name="Google Shape;109;p104"/>
          <p:cNvSpPr txBox="1"/>
          <p:nvPr>
            <p:ph type="title"/>
          </p:nvPr>
        </p:nvSpPr>
        <p:spPr>
          <a:xfrm>
            <a:off x="1034546" y="1308926"/>
            <a:ext cx="4712403" cy="589953"/>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SzPts val="1400"/>
              <a:buNone/>
              <a:defRPr b="1" i="0" sz="30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10" name="Google Shape;110;p104"/>
          <p:cNvSpPr/>
          <p:nvPr/>
        </p:nvSpPr>
        <p:spPr>
          <a:xfrm>
            <a:off x="7186888" y="4987246"/>
            <a:ext cx="1736053" cy="107722"/>
          </a:xfrm>
          <a:prstGeom prst="rect">
            <a:avLst/>
          </a:prstGeom>
          <a:noFill/>
          <a:ln>
            <a:noFill/>
          </a:ln>
        </p:spPr>
        <p:txBody>
          <a:bodyPr anchorCtr="0" anchor="ctr" bIns="19050" lIns="19050" spcFirstLastPara="1" rIns="19050" wrap="square" tIns="19050">
            <a:spAutoFit/>
          </a:bodyPr>
          <a:lstStyle/>
          <a:p>
            <a:pPr indent="0" lvl="0" marL="0" marR="0" rtl="0" algn="l">
              <a:lnSpc>
                <a:spcPct val="100000"/>
              </a:lnSpc>
              <a:spcBef>
                <a:spcPts val="0"/>
              </a:spcBef>
              <a:spcAft>
                <a:spcPts val="0"/>
              </a:spcAft>
              <a:buNone/>
            </a:pPr>
            <a:r>
              <a:rPr b="0" i="0" lang="en-US" sz="450" u="none" cap="none" strike="noStrike">
                <a:solidFill>
                  <a:schemeClr val="lt1"/>
                </a:solidFill>
                <a:latin typeface="Arial"/>
                <a:ea typeface="Arial"/>
                <a:cs typeface="Arial"/>
                <a:sym typeface="Arial"/>
              </a:rPr>
              <a:t>Copyright © Ocean Network Express Pte. Ltd. All Rights Reserved</a:t>
            </a:r>
            <a:endParaRPr/>
          </a:p>
        </p:txBody>
      </p:sp>
      <p:cxnSp>
        <p:nvCxnSpPr>
          <p:cNvPr id="111" name="Google Shape;111;p104"/>
          <p:cNvCxnSpPr/>
          <p:nvPr/>
        </p:nvCxnSpPr>
        <p:spPr>
          <a:xfrm>
            <a:off x="204672" y="536317"/>
            <a:ext cx="1188900" cy="0"/>
          </a:xfrm>
          <a:prstGeom prst="straightConnector1">
            <a:avLst/>
          </a:prstGeom>
          <a:noFill/>
          <a:ln cap="flat" cmpd="sng" w="25400">
            <a:solidFill>
              <a:schemeClr val="lt1"/>
            </a:solidFill>
            <a:prstDash val="solid"/>
            <a:miter lim="400000"/>
            <a:headEnd len="sm" w="sm" type="none"/>
            <a:tailEnd len="sm" w="sm" type="none"/>
          </a:ln>
        </p:spPr>
      </p:cxnSp>
      <p:cxnSp>
        <p:nvCxnSpPr>
          <p:cNvPr id="112" name="Google Shape;112;p104"/>
          <p:cNvCxnSpPr/>
          <p:nvPr/>
        </p:nvCxnSpPr>
        <p:spPr>
          <a:xfrm>
            <a:off x="1451350" y="536317"/>
            <a:ext cx="7522390" cy="0"/>
          </a:xfrm>
          <a:prstGeom prst="straightConnector1">
            <a:avLst/>
          </a:prstGeom>
          <a:noFill/>
          <a:ln cap="flat" cmpd="sng" w="25400">
            <a:solidFill>
              <a:schemeClr val="lt1"/>
            </a:solidFill>
            <a:prstDash val="solid"/>
            <a:miter lim="400000"/>
            <a:headEnd len="sm" w="sm" type="none"/>
            <a:tailEnd len="sm" w="sm"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Page Layout 1">
  <p:cSld name="16_Page Layout 1">
    <p:spTree>
      <p:nvGrpSpPr>
        <p:cNvPr id="113" name="Shape 113"/>
        <p:cNvGrpSpPr/>
        <p:nvPr/>
      </p:nvGrpSpPr>
      <p:grpSpPr>
        <a:xfrm>
          <a:off x="0" y="0"/>
          <a:ext cx="0" cy="0"/>
          <a:chOff x="0" y="0"/>
          <a:chExt cx="0" cy="0"/>
        </a:xfrm>
      </p:grpSpPr>
      <p:sp>
        <p:nvSpPr>
          <p:cNvPr id="114" name="Google Shape;114;p105"/>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15" name="Google Shape;115;p105"/>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16" name="Google Shape;116;p105"/>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Page Layout 1">
  <p:cSld name="17_Page Layout 1">
    <p:spTree>
      <p:nvGrpSpPr>
        <p:cNvPr id="117" name="Shape 117"/>
        <p:cNvGrpSpPr/>
        <p:nvPr/>
      </p:nvGrpSpPr>
      <p:grpSpPr>
        <a:xfrm>
          <a:off x="0" y="0"/>
          <a:ext cx="0" cy="0"/>
          <a:chOff x="0" y="0"/>
          <a:chExt cx="0" cy="0"/>
        </a:xfrm>
      </p:grpSpPr>
      <p:sp>
        <p:nvSpPr>
          <p:cNvPr id="118" name="Google Shape;118;p106"/>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19" name="Google Shape;119;p106"/>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0" name="Google Shape;120;p106"/>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Page Layout 1">
  <p:cSld name="18_Page Layout 1">
    <p:spTree>
      <p:nvGrpSpPr>
        <p:cNvPr id="121" name="Shape 121"/>
        <p:cNvGrpSpPr/>
        <p:nvPr/>
      </p:nvGrpSpPr>
      <p:grpSpPr>
        <a:xfrm>
          <a:off x="0" y="0"/>
          <a:ext cx="0" cy="0"/>
          <a:chOff x="0" y="0"/>
          <a:chExt cx="0" cy="0"/>
        </a:xfrm>
      </p:grpSpPr>
      <p:sp>
        <p:nvSpPr>
          <p:cNvPr id="122" name="Google Shape;122;p107"/>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3" name="Google Shape;123;p107"/>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4" name="Google Shape;124;p107"/>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Page Layout 1">
  <p:cSld name="19_Page Layout 1">
    <p:spTree>
      <p:nvGrpSpPr>
        <p:cNvPr id="125" name="Shape 125"/>
        <p:cNvGrpSpPr/>
        <p:nvPr/>
      </p:nvGrpSpPr>
      <p:grpSpPr>
        <a:xfrm>
          <a:off x="0" y="0"/>
          <a:ext cx="0" cy="0"/>
          <a:chOff x="0" y="0"/>
          <a:chExt cx="0" cy="0"/>
        </a:xfrm>
      </p:grpSpPr>
      <p:sp>
        <p:nvSpPr>
          <p:cNvPr id="126" name="Google Shape;126;p108"/>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7" name="Google Shape;127;p108"/>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8" name="Google Shape;128;p108"/>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Page Layout 1">
  <p:cSld name="20_Page Layout 1">
    <p:spTree>
      <p:nvGrpSpPr>
        <p:cNvPr id="129" name="Shape 129"/>
        <p:cNvGrpSpPr/>
        <p:nvPr/>
      </p:nvGrpSpPr>
      <p:grpSpPr>
        <a:xfrm>
          <a:off x="0" y="0"/>
          <a:ext cx="0" cy="0"/>
          <a:chOff x="0" y="0"/>
          <a:chExt cx="0" cy="0"/>
        </a:xfrm>
      </p:grpSpPr>
      <p:sp>
        <p:nvSpPr>
          <p:cNvPr id="130" name="Google Shape;130;p109"/>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31" name="Google Shape;131;p109"/>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32" name="Google Shape;132;p109"/>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Page Layout 1">
  <p:cSld name="21_Page Layout 1">
    <p:spTree>
      <p:nvGrpSpPr>
        <p:cNvPr id="133" name="Shape 133"/>
        <p:cNvGrpSpPr/>
        <p:nvPr/>
      </p:nvGrpSpPr>
      <p:grpSpPr>
        <a:xfrm>
          <a:off x="0" y="0"/>
          <a:ext cx="0" cy="0"/>
          <a:chOff x="0" y="0"/>
          <a:chExt cx="0" cy="0"/>
        </a:xfrm>
      </p:grpSpPr>
      <p:sp>
        <p:nvSpPr>
          <p:cNvPr id="134" name="Google Shape;134;p110"/>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35" name="Google Shape;135;p110"/>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36" name="Google Shape;136;p110"/>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_Page Layout 1">
  <p:cSld name="22_Page Layout 1">
    <p:spTree>
      <p:nvGrpSpPr>
        <p:cNvPr id="137" name="Shape 137"/>
        <p:cNvGrpSpPr/>
        <p:nvPr/>
      </p:nvGrpSpPr>
      <p:grpSpPr>
        <a:xfrm>
          <a:off x="0" y="0"/>
          <a:ext cx="0" cy="0"/>
          <a:chOff x="0" y="0"/>
          <a:chExt cx="0" cy="0"/>
        </a:xfrm>
      </p:grpSpPr>
      <p:sp>
        <p:nvSpPr>
          <p:cNvPr id="138" name="Google Shape;138;p111"/>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39" name="Google Shape;139;p111"/>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40" name="Google Shape;140;p111"/>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_Page Layout 1">
  <p:cSld name="23_Page Layout 1">
    <p:spTree>
      <p:nvGrpSpPr>
        <p:cNvPr id="141" name="Shape 141"/>
        <p:cNvGrpSpPr/>
        <p:nvPr/>
      </p:nvGrpSpPr>
      <p:grpSpPr>
        <a:xfrm>
          <a:off x="0" y="0"/>
          <a:ext cx="0" cy="0"/>
          <a:chOff x="0" y="0"/>
          <a:chExt cx="0" cy="0"/>
        </a:xfrm>
      </p:grpSpPr>
      <p:sp>
        <p:nvSpPr>
          <p:cNvPr id="142" name="Google Shape;142;p112"/>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43" name="Google Shape;143;p112"/>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44" name="Google Shape;144;p112"/>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Divider Option 1">
  <p:cSld name="4_Divider Option 1">
    <p:spTree>
      <p:nvGrpSpPr>
        <p:cNvPr id="145" name="Shape 145"/>
        <p:cNvGrpSpPr/>
        <p:nvPr/>
      </p:nvGrpSpPr>
      <p:grpSpPr>
        <a:xfrm>
          <a:off x="0" y="0"/>
          <a:ext cx="0" cy="0"/>
          <a:chOff x="0" y="0"/>
          <a:chExt cx="0" cy="0"/>
        </a:xfrm>
      </p:grpSpPr>
      <p:pic>
        <p:nvPicPr>
          <p:cNvPr id="146" name="Google Shape;146;p113"/>
          <p:cNvPicPr preferRelativeResize="0"/>
          <p:nvPr/>
        </p:nvPicPr>
        <p:blipFill rotWithShape="1">
          <a:blip r:embed="rId2">
            <a:alphaModFix/>
          </a:blip>
          <a:srcRect b="0" l="3956" r="3956" t="0"/>
          <a:stretch/>
        </p:blipFill>
        <p:spPr>
          <a:xfrm>
            <a:off x="0" y="0"/>
            <a:ext cx="9144000" cy="5143500"/>
          </a:xfrm>
          <a:prstGeom prst="rect">
            <a:avLst/>
          </a:prstGeom>
          <a:noFill/>
          <a:ln>
            <a:noFill/>
          </a:ln>
        </p:spPr>
      </p:pic>
      <p:sp>
        <p:nvSpPr>
          <p:cNvPr id="147" name="Google Shape;147;p113"/>
          <p:cNvSpPr/>
          <p:nvPr/>
        </p:nvSpPr>
        <p:spPr>
          <a:xfrm>
            <a:off x="0" y="2453458"/>
            <a:ext cx="9144000" cy="223138"/>
          </a:xfrm>
          <a:prstGeom prst="rect">
            <a:avLst/>
          </a:prstGeom>
          <a:solidFill>
            <a:schemeClr val="dk1">
              <a:alpha val="45882"/>
            </a:schemeClr>
          </a:solidFill>
          <a:ln>
            <a:noFill/>
          </a:ln>
          <a:effectLst>
            <a:outerShdw blurRad="38100" rotWithShape="0" dir="5400000" dist="25400">
              <a:srgbClr val="000000">
                <a:alpha val="49803"/>
              </a:srgbClr>
            </a:outerShdw>
          </a:effectLst>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Arial"/>
              <a:ea typeface="Arial"/>
              <a:cs typeface="Arial"/>
              <a:sym typeface="Arial"/>
            </a:endParaRPr>
          </a:p>
        </p:txBody>
      </p:sp>
      <p:pic>
        <p:nvPicPr>
          <p:cNvPr id="148" name="Google Shape;148;p113"/>
          <p:cNvPicPr preferRelativeResize="0"/>
          <p:nvPr/>
        </p:nvPicPr>
        <p:blipFill rotWithShape="1">
          <a:blip r:embed="rId3">
            <a:alphaModFix/>
          </a:blip>
          <a:srcRect b="0" l="0" r="0" t="0"/>
          <a:stretch/>
        </p:blipFill>
        <p:spPr>
          <a:xfrm>
            <a:off x="520965" y="800103"/>
            <a:ext cx="8041487" cy="3570192"/>
          </a:xfrm>
          <a:prstGeom prst="rect">
            <a:avLst/>
          </a:prstGeom>
          <a:noFill/>
          <a:ln>
            <a:noFill/>
          </a:ln>
        </p:spPr>
      </p:pic>
      <p:pic>
        <p:nvPicPr>
          <p:cNvPr id="149" name="Google Shape;149;p113"/>
          <p:cNvPicPr preferRelativeResize="0"/>
          <p:nvPr/>
        </p:nvPicPr>
        <p:blipFill rotWithShape="1">
          <a:blip r:embed="rId4">
            <a:alphaModFix/>
          </a:blip>
          <a:srcRect b="0" l="0" r="0" t="0"/>
          <a:stretch/>
        </p:blipFill>
        <p:spPr>
          <a:xfrm>
            <a:off x="204727" y="164306"/>
            <a:ext cx="1054350" cy="223914"/>
          </a:xfrm>
          <a:prstGeom prst="rect">
            <a:avLst/>
          </a:prstGeom>
          <a:noFill/>
          <a:ln>
            <a:noFill/>
          </a:ln>
        </p:spPr>
      </p:pic>
      <p:sp>
        <p:nvSpPr>
          <p:cNvPr id="150" name="Google Shape;150;p113"/>
          <p:cNvSpPr txBox="1"/>
          <p:nvPr>
            <p:ph idx="12" type="sldNum"/>
          </p:nvPr>
        </p:nvSpPr>
        <p:spPr>
          <a:xfrm>
            <a:off x="246188" y="4767262"/>
            <a:ext cx="2057400" cy="2738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151" name="Google Shape;151;p113"/>
          <p:cNvSpPr txBox="1"/>
          <p:nvPr>
            <p:ph type="title"/>
          </p:nvPr>
        </p:nvSpPr>
        <p:spPr>
          <a:xfrm>
            <a:off x="1034546" y="1308926"/>
            <a:ext cx="4712403" cy="589953"/>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SzPts val="1400"/>
              <a:buNone/>
              <a:defRPr b="1" i="0" sz="30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52" name="Google Shape;152;p113"/>
          <p:cNvSpPr/>
          <p:nvPr/>
        </p:nvSpPr>
        <p:spPr>
          <a:xfrm>
            <a:off x="7186888" y="4987246"/>
            <a:ext cx="1736053" cy="107722"/>
          </a:xfrm>
          <a:prstGeom prst="rect">
            <a:avLst/>
          </a:prstGeom>
          <a:noFill/>
          <a:ln>
            <a:noFill/>
          </a:ln>
        </p:spPr>
        <p:txBody>
          <a:bodyPr anchorCtr="0" anchor="ctr" bIns="19050" lIns="19050" spcFirstLastPara="1" rIns="19050" wrap="square" tIns="19050">
            <a:spAutoFit/>
          </a:bodyPr>
          <a:lstStyle/>
          <a:p>
            <a:pPr indent="0" lvl="0" marL="0" marR="0" rtl="0" algn="l">
              <a:lnSpc>
                <a:spcPct val="100000"/>
              </a:lnSpc>
              <a:spcBef>
                <a:spcPts val="0"/>
              </a:spcBef>
              <a:spcAft>
                <a:spcPts val="0"/>
              </a:spcAft>
              <a:buNone/>
            </a:pPr>
            <a:r>
              <a:rPr b="0" i="0" lang="en-US" sz="450" u="none" cap="none" strike="noStrike">
                <a:solidFill>
                  <a:schemeClr val="lt1"/>
                </a:solidFill>
                <a:latin typeface="Arial"/>
                <a:ea typeface="Arial"/>
                <a:cs typeface="Arial"/>
                <a:sym typeface="Arial"/>
              </a:rPr>
              <a:t>Copyright © Ocean Network Express Pte. Ltd. All Rights Reserved</a:t>
            </a:r>
            <a:endParaRPr/>
          </a:p>
        </p:txBody>
      </p:sp>
      <p:cxnSp>
        <p:nvCxnSpPr>
          <p:cNvPr id="153" name="Google Shape;153;p113"/>
          <p:cNvCxnSpPr/>
          <p:nvPr/>
        </p:nvCxnSpPr>
        <p:spPr>
          <a:xfrm>
            <a:off x="204672" y="536317"/>
            <a:ext cx="1188900" cy="0"/>
          </a:xfrm>
          <a:prstGeom prst="straightConnector1">
            <a:avLst/>
          </a:prstGeom>
          <a:noFill/>
          <a:ln cap="flat" cmpd="sng" w="25400">
            <a:solidFill>
              <a:schemeClr val="lt1"/>
            </a:solidFill>
            <a:prstDash val="solid"/>
            <a:miter lim="400000"/>
            <a:headEnd len="sm" w="sm" type="none"/>
            <a:tailEnd len="sm" w="sm" type="none"/>
          </a:ln>
        </p:spPr>
      </p:cxnSp>
      <p:cxnSp>
        <p:nvCxnSpPr>
          <p:cNvPr id="154" name="Google Shape;154;p113"/>
          <p:cNvCxnSpPr/>
          <p:nvPr/>
        </p:nvCxnSpPr>
        <p:spPr>
          <a:xfrm>
            <a:off x="1451350" y="536317"/>
            <a:ext cx="7522390" cy="0"/>
          </a:xfrm>
          <a:prstGeom prst="straightConnector1">
            <a:avLst/>
          </a:prstGeom>
          <a:noFill/>
          <a:ln cap="flat" cmpd="sng" w="25400">
            <a:solidFill>
              <a:schemeClr val="lt1"/>
            </a:solidFill>
            <a:prstDash val="solid"/>
            <a:miter lim="400000"/>
            <a:headEnd len="sm" w="sm" type="none"/>
            <a:tailEnd len="sm" w="sm"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_Page Layout 1">
  <p:cSld name="24_Page Layout 1">
    <p:spTree>
      <p:nvGrpSpPr>
        <p:cNvPr id="155" name="Shape 155"/>
        <p:cNvGrpSpPr/>
        <p:nvPr/>
      </p:nvGrpSpPr>
      <p:grpSpPr>
        <a:xfrm>
          <a:off x="0" y="0"/>
          <a:ext cx="0" cy="0"/>
          <a:chOff x="0" y="0"/>
          <a:chExt cx="0" cy="0"/>
        </a:xfrm>
      </p:grpSpPr>
      <p:sp>
        <p:nvSpPr>
          <p:cNvPr id="156" name="Google Shape;156;p114"/>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57" name="Google Shape;157;p114"/>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58" name="Google Shape;158;p114"/>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9" name="Shape 159"/>
        <p:cNvGrpSpPr/>
        <p:nvPr/>
      </p:nvGrpSpPr>
      <p:grpSpPr>
        <a:xfrm>
          <a:off x="0" y="0"/>
          <a:ext cx="0" cy="0"/>
          <a:chOff x="0" y="0"/>
          <a:chExt cx="0" cy="0"/>
        </a:xfrm>
      </p:grpSpPr>
      <p:sp>
        <p:nvSpPr>
          <p:cNvPr id="160" name="Google Shape;160;p115"/>
          <p:cNvSpPr txBox="1"/>
          <p:nvPr>
            <p:ph type="title"/>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61" name="Google Shape;161;p115"/>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62" name="Google Shape;162;p115"/>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63" name="Google Shape;163;p115"/>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64" name="Google Shape;164;p115"/>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_Page Layout 1">
  <p:cSld name="25_Page Layout 1">
    <p:spTree>
      <p:nvGrpSpPr>
        <p:cNvPr id="165" name="Shape 165"/>
        <p:cNvGrpSpPr/>
        <p:nvPr/>
      </p:nvGrpSpPr>
      <p:grpSpPr>
        <a:xfrm>
          <a:off x="0" y="0"/>
          <a:ext cx="0" cy="0"/>
          <a:chOff x="0" y="0"/>
          <a:chExt cx="0" cy="0"/>
        </a:xfrm>
      </p:grpSpPr>
      <p:sp>
        <p:nvSpPr>
          <p:cNvPr id="166" name="Google Shape;166;p116"/>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67" name="Google Shape;167;p116"/>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68" name="Google Shape;168;p116"/>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_Page Layout 1">
  <p:cSld name="26_Page Layout 1">
    <p:spTree>
      <p:nvGrpSpPr>
        <p:cNvPr id="169" name="Shape 169"/>
        <p:cNvGrpSpPr/>
        <p:nvPr/>
      </p:nvGrpSpPr>
      <p:grpSpPr>
        <a:xfrm>
          <a:off x="0" y="0"/>
          <a:ext cx="0" cy="0"/>
          <a:chOff x="0" y="0"/>
          <a:chExt cx="0" cy="0"/>
        </a:xfrm>
      </p:grpSpPr>
      <p:sp>
        <p:nvSpPr>
          <p:cNvPr id="170" name="Google Shape;170;p117"/>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71" name="Google Shape;171;p117"/>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72" name="Google Shape;172;p117"/>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_Page Layout 1">
  <p:cSld name="27_Page Layout 1">
    <p:spTree>
      <p:nvGrpSpPr>
        <p:cNvPr id="173" name="Shape 173"/>
        <p:cNvGrpSpPr/>
        <p:nvPr/>
      </p:nvGrpSpPr>
      <p:grpSpPr>
        <a:xfrm>
          <a:off x="0" y="0"/>
          <a:ext cx="0" cy="0"/>
          <a:chOff x="0" y="0"/>
          <a:chExt cx="0" cy="0"/>
        </a:xfrm>
      </p:grpSpPr>
      <p:sp>
        <p:nvSpPr>
          <p:cNvPr id="174" name="Google Shape;174;p118"/>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75" name="Google Shape;175;p118"/>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76" name="Google Shape;176;p118"/>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Page Layout 1">
  <p:cSld name="28_Page Layout 1">
    <p:spTree>
      <p:nvGrpSpPr>
        <p:cNvPr id="177" name="Shape 177"/>
        <p:cNvGrpSpPr/>
        <p:nvPr/>
      </p:nvGrpSpPr>
      <p:grpSpPr>
        <a:xfrm>
          <a:off x="0" y="0"/>
          <a:ext cx="0" cy="0"/>
          <a:chOff x="0" y="0"/>
          <a:chExt cx="0" cy="0"/>
        </a:xfrm>
      </p:grpSpPr>
      <p:sp>
        <p:nvSpPr>
          <p:cNvPr id="178" name="Google Shape;178;p119"/>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79" name="Google Shape;179;p119"/>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80" name="Google Shape;180;p119"/>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Page Layout 1">
  <p:cSld name="29_Page Layout 1">
    <p:spTree>
      <p:nvGrpSpPr>
        <p:cNvPr id="181" name="Shape 181"/>
        <p:cNvGrpSpPr/>
        <p:nvPr/>
      </p:nvGrpSpPr>
      <p:grpSpPr>
        <a:xfrm>
          <a:off x="0" y="0"/>
          <a:ext cx="0" cy="0"/>
          <a:chOff x="0" y="0"/>
          <a:chExt cx="0" cy="0"/>
        </a:xfrm>
      </p:grpSpPr>
      <p:sp>
        <p:nvSpPr>
          <p:cNvPr id="182" name="Google Shape;182;p120"/>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83" name="Google Shape;183;p120"/>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84" name="Google Shape;184;p120"/>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Divider Option 1">
  <p:cSld name="5_Divider Option 1">
    <p:spTree>
      <p:nvGrpSpPr>
        <p:cNvPr id="185" name="Shape 185"/>
        <p:cNvGrpSpPr/>
        <p:nvPr/>
      </p:nvGrpSpPr>
      <p:grpSpPr>
        <a:xfrm>
          <a:off x="0" y="0"/>
          <a:ext cx="0" cy="0"/>
          <a:chOff x="0" y="0"/>
          <a:chExt cx="0" cy="0"/>
        </a:xfrm>
      </p:grpSpPr>
      <p:pic>
        <p:nvPicPr>
          <p:cNvPr id="186" name="Google Shape;186;p121"/>
          <p:cNvPicPr preferRelativeResize="0"/>
          <p:nvPr/>
        </p:nvPicPr>
        <p:blipFill rotWithShape="1">
          <a:blip r:embed="rId2">
            <a:alphaModFix/>
          </a:blip>
          <a:srcRect b="0" l="3956" r="3956" t="0"/>
          <a:stretch/>
        </p:blipFill>
        <p:spPr>
          <a:xfrm>
            <a:off x="0" y="0"/>
            <a:ext cx="9144000" cy="5143500"/>
          </a:xfrm>
          <a:prstGeom prst="rect">
            <a:avLst/>
          </a:prstGeom>
          <a:noFill/>
          <a:ln>
            <a:noFill/>
          </a:ln>
        </p:spPr>
      </p:pic>
      <p:sp>
        <p:nvSpPr>
          <p:cNvPr id="187" name="Google Shape;187;p121"/>
          <p:cNvSpPr/>
          <p:nvPr/>
        </p:nvSpPr>
        <p:spPr>
          <a:xfrm>
            <a:off x="0" y="2453458"/>
            <a:ext cx="9144000" cy="223138"/>
          </a:xfrm>
          <a:prstGeom prst="rect">
            <a:avLst/>
          </a:prstGeom>
          <a:solidFill>
            <a:schemeClr val="dk1">
              <a:alpha val="45882"/>
            </a:schemeClr>
          </a:solidFill>
          <a:ln>
            <a:noFill/>
          </a:ln>
          <a:effectLst>
            <a:outerShdw blurRad="38100" rotWithShape="0" dir="5400000" dist="25400">
              <a:srgbClr val="000000">
                <a:alpha val="49803"/>
              </a:srgbClr>
            </a:outerShdw>
          </a:effectLst>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Arial"/>
              <a:ea typeface="Arial"/>
              <a:cs typeface="Arial"/>
              <a:sym typeface="Arial"/>
            </a:endParaRPr>
          </a:p>
        </p:txBody>
      </p:sp>
      <p:pic>
        <p:nvPicPr>
          <p:cNvPr id="188" name="Google Shape;188;p121"/>
          <p:cNvPicPr preferRelativeResize="0"/>
          <p:nvPr/>
        </p:nvPicPr>
        <p:blipFill rotWithShape="1">
          <a:blip r:embed="rId3">
            <a:alphaModFix/>
          </a:blip>
          <a:srcRect b="0" l="0" r="0" t="0"/>
          <a:stretch/>
        </p:blipFill>
        <p:spPr>
          <a:xfrm>
            <a:off x="520965" y="800103"/>
            <a:ext cx="8041487" cy="3570192"/>
          </a:xfrm>
          <a:prstGeom prst="rect">
            <a:avLst/>
          </a:prstGeom>
          <a:noFill/>
          <a:ln>
            <a:noFill/>
          </a:ln>
        </p:spPr>
      </p:pic>
      <p:pic>
        <p:nvPicPr>
          <p:cNvPr id="189" name="Google Shape;189;p121"/>
          <p:cNvPicPr preferRelativeResize="0"/>
          <p:nvPr/>
        </p:nvPicPr>
        <p:blipFill rotWithShape="1">
          <a:blip r:embed="rId4">
            <a:alphaModFix/>
          </a:blip>
          <a:srcRect b="0" l="0" r="0" t="0"/>
          <a:stretch/>
        </p:blipFill>
        <p:spPr>
          <a:xfrm>
            <a:off x="204727" y="164306"/>
            <a:ext cx="1054350" cy="223914"/>
          </a:xfrm>
          <a:prstGeom prst="rect">
            <a:avLst/>
          </a:prstGeom>
          <a:noFill/>
          <a:ln>
            <a:noFill/>
          </a:ln>
        </p:spPr>
      </p:pic>
      <p:sp>
        <p:nvSpPr>
          <p:cNvPr id="190" name="Google Shape;190;p121"/>
          <p:cNvSpPr txBox="1"/>
          <p:nvPr>
            <p:ph idx="12" type="sldNum"/>
          </p:nvPr>
        </p:nvSpPr>
        <p:spPr>
          <a:xfrm>
            <a:off x="246188" y="4767262"/>
            <a:ext cx="2057400" cy="2738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191" name="Google Shape;191;p121"/>
          <p:cNvSpPr txBox="1"/>
          <p:nvPr>
            <p:ph type="title"/>
          </p:nvPr>
        </p:nvSpPr>
        <p:spPr>
          <a:xfrm>
            <a:off x="1034546" y="1308926"/>
            <a:ext cx="4712403" cy="589953"/>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SzPts val="1400"/>
              <a:buNone/>
              <a:defRPr b="1" i="0" sz="30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92" name="Google Shape;192;p121"/>
          <p:cNvSpPr/>
          <p:nvPr/>
        </p:nvSpPr>
        <p:spPr>
          <a:xfrm>
            <a:off x="7186888" y="4987246"/>
            <a:ext cx="1736053" cy="107722"/>
          </a:xfrm>
          <a:prstGeom prst="rect">
            <a:avLst/>
          </a:prstGeom>
          <a:noFill/>
          <a:ln>
            <a:noFill/>
          </a:ln>
        </p:spPr>
        <p:txBody>
          <a:bodyPr anchorCtr="0" anchor="ctr" bIns="19050" lIns="19050" spcFirstLastPara="1" rIns="19050" wrap="square" tIns="19050">
            <a:spAutoFit/>
          </a:bodyPr>
          <a:lstStyle/>
          <a:p>
            <a:pPr indent="0" lvl="0" marL="0" marR="0" rtl="0" algn="l">
              <a:lnSpc>
                <a:spcPct val="100000"/>
              </a:lnSpc>
              <a:spcBef>
                <a:spcPts val="0"/>
              </a:spcBef>
              <a:spcAft>
                <a:spcPts val="0"/>
              </a:spcAft>
              <a:buNone/>
            </a:pPr>
            <a:r>
              <a:rPr b="0" i="0" lang="en-US" sz="450" u="none" cap="none" strike="noStrike">
                <a:solidFill>
                  <a:schemeClr val="lt1"/>
                </a:solidFill>
                <a:latin typeface="Arial"/>
                <a:ea typeface="Arial"/>
                <a:cs typeface="Arial"/>
                <a:sym typeface="Arial"/>
              </a:rPr>
              <a:t>Copyright © Ocean Network Express Pte. Ltd. All Rights Reserved</a:t>
            </a:r>
            <a:endParaRPr/>
          </a:p>
        </p:txBody>
      </p:sp>
      <p:cxnSp>
        <p:nvCxnSpPr>
          <p:cNvPr id="193" name="Google Shape;193;p121"/>
          <p:cNvCxnSpPr/>
          <p:nvPr/>
        </p:nvCxnSpPr>
        <p:spPr>
          <a:xfrm>
            <a:off x="204672" y="536317"/>
            <a:ext cx="1188900" cy="0"/>
          </a:xfrm>
          <a:prstGeom prst="straightConnector1">
            <a:avLst/>
          </a:prstGeom>
          <a:noFill/>
          <a:ln cap="flat" cmpd="sng" w="25400">
            <a:solidFill>
              <a:schemeClr val="lt1"/>
            </a:solidFill>
            <a:prstDash val="solid"/>
            <a:miter lim="400000"/>
            <a:headEnd len="sm" w="sm" type="none"/>
            <a:tailEnd len="sm" w="sm" type="none"/>
          </a:ln>
        </p:spPr>
      </p:cxnSp>
      <p:cxnSp>
        <p:nvCxnSpPr>
          <p:cNvPr id="194" name="Google Shape;194;p121"/>
          <p:cNvCxnSpPr/>
          <p:nvPr/>
        </p:nvCxnSpPr>
        <p:spPr>
          <a:xfrm>
            <a:off x="1451350" y="536317"/>
            <a:ext cx="7522390" cy="0"/>
          </a:xfrm>
          <a:prstGeom prst="straightConnector1">
            <a:avLst/>
          </a:prstGeom>
          <a:noFill/>
          <a:ln cap="flat" cmpd="sng" w="25400">
            <a:solidFill>
              <a:schemeClr val="lt1"/>
            </a:solidFill>
            <a:prstDash val="solid"/>
            <a:miter lim="400000"/>
            <a:headEnd len="sm" w="sm" type="none"/>
            <a:tailEnd len="sm" w="sm"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_Page Layout 1">
  <p:cSld name="30_Page Layout 1">
    <p:spTree>
      <p:nvGrpSpPr>
        <p:cNvPr id="195" name="Shape 195"/>
        <p:cNvGrpSpPr/>
        <p:nvPr/>
      </p:nvGrpSpPr>
      <p:grpSpPr>
        <a:xfrm>
          <a:off x="0" y="0"/>
          <a:ext cx="0" cy="0"/>
          <a:chOff x="0" y="0"/>
          <a:chExt cx="0" cy="0"/>
        </a:xfrm>
      </p:grpSpPr>
      <p:sp>
        <p:nvSpPr>
          <p:cNvPr id="196" name="Google Shape;196;p122"/>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97" name="Google Shape;197;p122"/>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98" name="Google Shape;198;p122"/>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_Page Layout 1">
  <p:cSld name="31_Page Layout 1">
    <p:spTree>
      <p:nvGrpSpPr>
        <p:cNvPr id="199" name="Shape 199"/>
        <p:cNvGrpSpPr/>
        <p:nvPr/>
      </p:nvGrpSpPr>
      <p:grpSpPr>
        <a:xfrm>
          <a:off x="0" y="0"/>
          <a:ext cx="0" cy="0"/>
          <a:chOff x="0" y="0"/>
          <a:chExt cx="0" cy="0"/>
        </a:xfrm>
      </p:grpSpPr>
      <p:sp>
        <p:nvSpPr>
          <p:cNvPr id="200" name="Google Shape;200;p123"/>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01" name="Google Shape;201;p123"/>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02" name="Google Shape;202;p123"/>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Page Layout 1">
  <p:cSld name="32_Page Layout 1">
    <p:spTree>
      <p:nvGrpSpPr>
        <p:cNvPr id="203" name="Shape 203"/>
        <p:cNvGrpSpPr/>
        <p:nvPr/>
      </p:nvGrpSpPr>
      <p:grpSpPr>
        <a:xfrm>
          <a:off x="0" y="0"/>
          <a:ext cx="0" cy="0"/>
          <a:chOff x="0" y="0"/>
          <a:chExt cx="0" cy="0"/>
        </a:xfrm>
      </p:grpSpPr>
      <p:sp>
        <p:nvSpPr>
          <p:cNvPr id="204" name="Google Shape;204;p124"/>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05" name="Google Shape;205;p124"/>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06" name="Google Shape;206;p124"/>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3_Page Layout 1">
  <p:cSld name="33_Page Layout 1">
    <p:spTree>
      <p:nvGrpSpPr>
        <p:cNvPr id="207" name="Shape 207"/>
        <p:cNvGrpSpPr/>
        <p:nvPr/>
      </p:nvGrpSpPr>
      <p:grpSpPr>
        <a:xfrm>
          <a:off x="0" y="0"/>
          <a:ext cx="0" cy="0"/>
          <a:chOff x="0" y="0"/>
          <a:chExt cx="0" cy="0"/>
        </a:xfrm>
      </p:grpSpPr>
      <p:sp>
        <p:nvSpPr>
          <p:cNvPr id="208" name="Google Shape;208;p125"/>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09" name="Google Shape;209;p125"/>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10" name="Google Shape;210;p125"/>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Divider Option 1">
  <p:cSld name="6_Divider Option 1">
    <p:spTree>
      <p:nvGrpSpPr>
        <p:cNvPr id="211" name="Shape 211"/>
        <p:cNvGrpSpPr/>
        <p:nvPr/>
      </p:nvGrpSpPr>
      <p:grpSpPr>
        <a:xfrm>
          <a:off x="0" y="0"/>
          <a:ext cx="0" cy="0"/>
          <a:chOff x="0" y="0"/>
          <a:chExt cx="0" cy="0"/>
        </a:xfrm>
      </p:grpSpPr>
      <p:pic>
        <p:nvPicPr>
          <p:cNvPr id="212" name="Google Shape;212;p126"/>
          <p:cNvPicPr preferRelativeResize="0"/>
          <p:nvPr/>
        </p:nvPicPr>
        <p:blipFill rotWithShape="1">
          <a:blip r:embed="rId2">
            <a:alphaModFix/>
          </a:blip>
          <a:srcRect b="0" l="3956" r="3956" t="0"/>
          <a:stretch/>
        </p:blipFill>
        <p:spPr>
          <a:xfrm>
            <a:off x="0" y="0"/>
            <a:ext cx="9144000" cy="5143500"/>
          </a:xfrm>
          <a:prstGeom prst="rect">
            <a:avLst/>
          </a:prstGeom>
          <a:noFill/>
          <a:ln>
            <a:noFill/>
          </a:ln>
        </p:spPr>
      </p:pic>
      <p:sp>
        <p:nvSpPr>
          <p:cNvPr id="213" name="Google Shape;213;p126"/>
          <p:cNvSpPr/>
          <p:nvPr/>
        </p:nvSpPr>
        <p:spPr>
          <a:xfrm>
            <a:off x="0" y="2453458"/>
            <a:ext cx="9144000" cy="223138"/>
          </a:xfrm>
          <a:prstGeom prst="rect">
            <a:avLst/>
          </a:prstGeom>
          <a:solidFill>
            <a:schemeClr val="dk1">
              <a:alpha val="45882"/>
            </a:schemeClr>
          </a:solidFill>
          <a:ln>
            <a:noFill/>
          </a:ln>
          <a:effectLst>
            <a:outerShdw blurRad="38100" rotWithShape="0" dir="5400000" dist="25400">
              <a:srgbClr val="000000">
                <a:alpha val="49803"/>
              </a:srgbClr>
            </a:outerShdw>
          </a:effectLst>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Arial"/>
              <a:ea typeface="Arial"/>
              <a:cs typeface="Arial"/>
              <a:sym typeface="Arial"/>
            </a:endParaRPr>
          </a:p>
        </p:txBody>
      </p:sp>
      <p:pic>
        <p:nvPicPr>
          <p:cNvPr id="214" name="Google Shape;214;p126"/>
          <p:cNvPicPr preferRelativeResize="0"/>
          <p:nvPr/>
        </p:nvPicPr>
        <p:blipFill rotWithShape="1">
          <a:blip r:embed="rId3">
            <a:alphaModFix/>
          </a:blip>
          <a:srcRect b="0" l="0" r="0" t="0"/>
          <a:stretch/>
        </p:blipFill>
        <p:spPr>
          <a:xfrm>
            <a:off x="520965" y="800103"/>
            <a:ext cx="8041487" cy="3570192"/>
          </a:xfrm>
          <a:prstGeom prst="rect">
            <a:avLst/>
          </a:prstGeom>
          <a:noFill/>
          <a:ln>
            <a:noFill/>
          </a:ln>
        </p:spPr>
      </p:pic>
      <p:pic>
        <p:nvPicPr>
          <p:cNvPr id="215" name="Google Shape;215;p126"/>
          <p:cNvPicPr preferRelativeResize="0"/>
          <p:nvPr/>
        </p:nvPicPr>
        <p:blipFill rotWithShape="1">
          <a:blip r:embed="rId4">
            <a:alphaModFix/>
          </a:blip>
          <a:srcRect b="0" l="0" r="0" t="0"/>
          <a:stretch/>
        </p:blipFill>
        <p:spPr>
          <a:xfrm>
            <a:off x="204727" y="164306"/>
            <a:ext cx="1054350" cy="223914"/>
          </a:xfrm>
          <a:prstGeom prst="rect">
            <a:avLst/>
          </a:prstGeom>
          <a:noFill/>
          <a:ln>
            <a:noFill/>
          </a:ln>
        </p:spPr>
      </p:pic>
      <p:sp>
        <p:nvSpPr>
          <p:cNvPr id="216" name="Google Shape;216;p126"/>
          <p:cNvSpPr txBox="1"/>
          <p:nvPr>
            <p:ph idx="12" type="sldNum"/>
          </p:nvPr>
        </p:nvSpPr>
        <p:spPr>
          <a:xfrm>
            <a:off x="246188" y="4767262"/>
            <a:ext cx="2057400" cy="2738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217" name="Google Shape;217;p126"/>
          <p:cNvSpPr txBox="1"/>
          <p:nvPr>
            <p:ph type="title"/>
          </p:nvPr>
        </p:nvSpPr>
        <p:spPr>
          <a:xfrm>
            <a:off x="1034546" y="1308926"/>
            <a:ext cx="4712403" cy="589953"/>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SzPts val="1400"/>
              <a:buNone/>
              <a:defRPr b="1" i="0" sz="30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18" name="Google Shape;218;p126"/>
          <p:cNvSpPr/>
          <p:nvPr/>
        </p:nvSpPr>
        <p:spPr>
          <a:xfrm>
            <a:off x="7186888" y="4987246"/>
            <a:ext cx="1736053" cy="107722"/>
          </a:xfrm>
          <a:prstGeom prst="rect">
            <a:avLst/>
          </a:prstGeom>
          <a:noFill/>
          <a:ln>
            <a:noFill/>
          </a:ln>
        </p:spPr>
        <p:txBody>
          <a:bodyPr anchorCtr="0" anchor="ctr" bIns="19050" lIns="19050" spcFirstLastPara="1" rIns="19050" wrap="square" tIns="19050">
            <a:spAutoFit/>
          </a:bodyPr>
          <a:lstStyle/>
          <a:p>
            <a:pPr indent="0" lvl="0" marL="0" marR="0" rtl="0" algn="l">
              <a:lnSpc>
                <a:spcPct val="100000"/>
              </a:lnSpc>
              <a:spcBef>
                <a:spcPts val="0"/>
              </a:spcBef>
              <a:spcAft>
                <a:spcPts val="0"/>
              </a:spcAft>
              <a:buNone/>
            </a:pPr>
            <a:r>
              <a:rPr b="0" i="0" lang="en-US" sz="450" u="none" cap="none" strike="noStrike">
                <a:solidFill>
                  <a:schemeClr val="lt1"/>
                </a:solidFill>
                <a:latin typeface="Arial"/>
                <a:ea typeface="Arial"/>
                <a:cs typeface="Arial"/>
                <a:sym typeface="Arial"/>
              </a:rPr>
              <a:t>Copyright © Ocean Network Express Pte. Ltd. All Rights Reserved</a:t>
            </a:r>
            <a:endParaRPr/>
          </a:p>
        </p:txBody>
      </p:sp>
      <p:cxnSp>
        <p:nvCxnSpPr>
          <p:cNvPr id="219" name="Google Shape;219;p126"/>
          <p:cNvCxnSpPr/>
          <p:nvPr/>
        </p:nvCxnSpPr>
        <p:spPr>
          <a:xfrm>
            <a:off x="204672" y="536317"/>
            <a:ext cx="1188900" cy="0"/>
          </a:xfrm>
          <a:prstGeom prst="straightConnector1">
            <a:avLst/>
          </a:prstGeom>
          <a:noFill/>
          <a:ln cap="flat" cmpd="sng" w="25400">
            <a:solidFill>
              <a:schemeClr val="lt1"/>
            </a:solidFill>
            <a:prstDash val="solid"/>
            <a:miter lim="400000"/>
            <a:headEnd len="sm" w="sm" type="none"/>
            <a:tailEnd len="sm" w="sm" type="none"/>
          </a:ln>
        </p:spPr>
      </p:cxnSp>
      <p:cxnSp>
        <p:nvCxnSpPr>
          <p:cNvPr id="220" name="Google Shape;220;p126"/>
          <p:cNvCxnSpPr/>
          <p:nvPr/>
        </p:nvCxnSpPr>
        <p:spPr>
          <a:xfrm>
            <a:off x="1451350" y="536317"/>
            <a:ext cx="7522390" cy="0"/>
          </a:xfrm>
          <a:prstGeom prst="straightConnector1">
            <a:avLst/>
          </a:prstGeom>
          <a:noFill/>
          <a:ln cap="flat" cmpd="sng" w="25400">
            <a:solidFill>
              <a:schemeClr val="lt1"/>
            </a:solidFill>
            <a:prstDash val="solid"/>
            <a:miter lim="400000"/>
            <a:headEnd len="sm" w="sm" type="none"/>
            <a:tailEnd len="sm" w="sm"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4_Page Layout 1">
  <p:cSld name="34_Page Layout 1">
    <p:spTree>
      <p:nvGrpSpPr>
        <p:cNvPr id="221" name="Shape 221"/>
        <p:cNvGrpSpPr/>
        <p:nvPr/>
      </p:nvGrpSpPr>
      <p:grpSpPr>
        <a:xfrm>
          <a:off x="0" y="0"/>
          <a:ext cx="0" cy="0"/>
          <a:chOff x="0" y="0"/>
          <a:chExt cx="0" cy="0"/>
        </a:xfrm>
      </p:grpSpPr>
      <p:sp>
        <p:nvSpPr>
          <p:cNvPr id="222" name="Google Shape;222;p127"/>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23" name="Google Shape;223;p127"/>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24" name="Google Shape;224;p127"/>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Page Layout 1">
  <p:cSld name="35_Page Layout 1">
    <p:spTree>
      <p:nvGrpSpPr>
        <p:cNvPr id="225" name="Shape 225"/>
        <p:cNvGrpSpPr/>
        <p:nvPr/>
      </p:nvGrpSpPr>
      <p:grpSpPr>
        <a:xfrm>
          <a:off x="0" y="0"/>
          <a:ext cx="0" cy="0"/>
          <a:chOff x="0" y="0"/>
          <a:chExt cx="0" cy="0"/>
        </a:xfrm>
      </p:grpSpPr>
      <p:sp>
        <p:nvSpPr>
          <p:cNvPr id="226" name="Google Shape;226;p128"/>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27" name="Google Shape;227;p128"/>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28" name="Google Shape;228;p128"/>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6_Page Layout 1">
  <p:cSld name="36_Page Layout 1">
    <p:spTree>
      <p:nvGrpSpPr>
        <p:cNvPr id="229" name="Shape 229"/>
        <p:cNvGrpSpPr/>
        <p:nvPr/>
      </p:nvGrpSpPr>
      <p:grpSpPr>
        <a:xfrm>
          <a:off x="0" y="0"/>
          <a:ext cx="0" cy="0"/>
          <a:chOff x="0" y="0"/>
          <a:chExt cx="0" cy="0"/>
        </a:xfrm>
      </p:grpSpPr>
      <p:sp>
        <p:nvSpPr>
          <p:cNvPr id="230" name="Google Shape;230;p129"/>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31" name="Google Shape;231;p129"/>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32" name="Google Shape;232;p129"/>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Divider Option 1">
  <p:cSld name="7_Divider Option 1">
    <p:spTree>
      <p:nvGrpSpPr>
        <p:cNvPr id="233" name="Shape 233"/>
        <p:cNvGrpSpPr/>
        <p:nvPr/>
      </p:nvGrpSpPr>
      <p:grpSpPr>
        <a:xfrm>
          <a:off x="0" y="0"/>
          <a:ext cx="0" cy="0"/>
          <a:chOff x="0" y="0"/>
          <a:chExt cx="0" cy="0"/>
        </a:xfrm>
      </p:grpSpPr>
      <p:pic>
        <p:nvPicPr>
          <p:cNvPr id="234" name="Google Shape;234;p130"/>
          <p:cNvPicPr preferRelativeResize="0"/>
          <p:nvPr/>
        </p:nvPicPr>
        <p:blipFill rotWithShape="1">
          <a:blip r:embed="rId2">
            <a:alphaModFix/>
          </a:blip>
          <a:srcRect b="0" l="3956" r="3956" t="0"/>
          <a:stretch/>
        </p:blipFill>
        <p:spPr>
          <a:xfrm>
            <a:off x="0" y="0"/>
            <a:ext cx="9144000" cy="5143500"/>
          </a:xfrm>
          <a:prstGeom prst="rect">
            <a:avLst/>
          </a:prstGeom>
          <a:noFill/>
          <a:ln>
            <a:noFill/>
          </a:ln>
        </p:spPr>
      </p:pic>
      <p:sp>
        <p:nvSpPr>
          <p:cNvPr id="235" name="Google Shape;235;p130"/>
          <p:cNvSpPr/>
          <p:nvPr/>
        </p:nvSpPr>
        <p:spPr>
          <a:xfrm>
            <a:off x="0" y="2453458"/>
            <a:ext cx="9144000" cy="223138"/>
          </a:xfrm>
          <a:prstGeom prst="rect">
            <a:avLst/>
          </a:prstGeom>
          <a:solidFill>
            <a:schemeClr val="dk1">
              <a:alpha val="45882"/>
            </a:schemeClr>
          </a:solidFill>
          <a:ln>
            <a:noFill/>
          </a:ln>
          <a:effectLst>
            <a:outerShdw blurRad="38100" rotWithShape="0" dir="5400000" dist="25400">
              <a:srgbClr val="000000">
                <a:alpha val="49803"/>
              </a:srgbClr>
            </a:outerShdw>
          </a:effectLst>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Arial"/>
              <a:ea typeface="Arial"/>
              <a:cs typeface="Arial"/>
              <a:sym typeface="Arial"/>
            </a:endParaRPr>
          </a:p>
        </p:txBody>
      </p:sp>
      <p:pic>
        <p:nvPicPr>
          <p:cNvPr id="236" name="Google Shape;236;p130"/>
          <p:cNvPicPr preferRelativeResize="0"/>
          <p:nvPr/>
        </p:nvPicPr>
        <p:blipFill rotWithShape="1">
          <a:blip r:embed="rId3">
            <a:alphaModFix/>
          </a:blip>
          <a:srcRect b="0" l="0" r="0" t="0"/>
          <a:stretch/>
        </p:blipFill>
        <p:spPr>
          <a:xfrm>
            <a:off x="520965" y="800103"/>
            <a:ext cx="8041487" cy="3570192"/>
          </a:xfrm>
          <a:prstGeom prst="rect">
            <a:avLst/>
          </a:prstGeom>
          <a:noFill/>
          <a:ln>
            <a:noFill/>
          </a:ln>
        </p:spPr>
      </p:pic>
      <p:pic>
        <p:nvPicPr>
          <p:cNvPr id="237" name="Google Shape;237;p130"/>
          <p:cNvPicPr preferRelativeResize="0"/>
          <p:nvPr/>
        </p:nvPicPr>
        <p:blipFill rotWithShape="1">
          <a:blip r:embed="rId4">
            <a:alphaModFix/>
          </a:blip>
          <a:srcRect b="0" l="0" r="0" t="0"/>
          <a:stretch/>
        </p:blipFill>
        <p:spPr>
          <a:xfrm>
            <a:off x="204727" y="164306"/>
            <a:ext cx="1054350" cy="223914"/>
          </a:xfrm>
          <a:prstGeom prst="rect">
            <a:avLst/>
          </a:prstGeom>
          <a:noFill/>
          <a:ln>
            <a:noFill/>
          </a:ln>
        </p:spPr>
      </p:pic>
      <p:sp>
        <p:nvSpPr>
          <p:cNvPr id="238" name="Google Shape;238;p130"/>
          <p:cNvSpPr txBox="1"/>
          <p:nvPr>
            <p:ph idx="12" type="sldNum"/>
          </p:nvPr>
        </p:nvSpPr>
        <p:spPr>
          <a:xfrm>
            <a:off x="246188" y="4767262"/>
            <a:ext cx="2057400" cy="2738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239" name="Google Shape;239;p130"/>
          <p:cNvSpPr txBox="1"/>
          <p:nvPr>
            <p:ph type="title"/>
          </p:nvPr>
        </p:nvSpPr>
        <p:spPr>
          <a:xfrm>
            <a:off x="1034546" y="1308926"/>
            <a:ext cx="4712403" cy="589953"/>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SzPts val="1400"/>
              <a:buNone/>
              <a:defRPr b="1" i="0" sz="30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40" name="Google Shape;240;p130"/>
          <p:cNvSpPr/>
          <p:nvPr/>
        </p:nvSpPr>
        <p:spPr>
          <a:xfrm>
            <a:off x="7186888" y="4987246"/>
            <a:ext cx="1736053" cy="107722"/>
          </a:xfrm>
          <a:prstGeom prst="rect">
            <a:avLst/>
          </a:prstGeom>
          <a:noFill/>
          <a:ln>
            <a:noFill/>
          </a:ln>
        </p:spPr>
        <p:txBody>
          <a:bodyPr anchorCtr="0" anchor="ctr" bIns="19050" lIns="19050" spcFirstLastPara="1" rIns="19050" wrap="square" tIns="19050">
            <a:spAutoFit/>
          </a:bodyPr>
          <a:lstStyle/>
          <a:p>
            <a:pPr indent="0" lvl="0" marL="0" marR="0" rtl="0" algn="l">
              <a:lnSpc>
                <a:spcPct val="100000"/>
              </a:lnSpc>
              <a:spcBef>
                <a:spcPts val="0"/>
              </a:spcBef>
              <a:spcAft>
                <a:spcPts val="0"/>
              </a:spcAft>
              <a:buNone/>
            </a:pPr>
            <a:r>
              <a:rPr b="0" i="0" lang="en-US" sz="450" u="none" cap="none" strike="noStrike">
                <a:solidFill>
                  <a:schemeClr val="lt1"/>
                </a:solidFill>
                <a:latin typeface="Arial"/>
                <a:ea typeface="Arial"/>
                <a:cs typeface="Arial"/>
                <a:sym typeface="Arial"/>
              </a:rPr>
              <a:t>Copyright © Ocean Network Express Pte. Ltd. All Rights Reserved</a:t>
            </a:r>
            <a:endParaRPr/>
          </a:p>
        </p:txBody>
      </p:sp>
      <p:cxnSp>
        <p:nvCxnSpPr>
          <p:cNvPr id="241" name="Google Shape;241;p130"/>
          <p:cNvCxnSpPr/>
          <p:nvPr/>
        </p:nvCxnSpPr>
        <p:spPr>
          <a:xfrm>
            <a:off x="204672" y="536317"/>
            <a:ext cx="1188900" cy="0"/>
          </a:xfrm>
          <a:prstGeom prst="straightConnector1">
            <a:avLst/>
          </a:prstGeom>
          <a:noFill/>
          <a:ln cap="flat" cmpd="sng" w="25400">
            <a:solidFill>
              <a:schemeClr val="lt1"/>
            </a:solidFill>
            <a:prstDash val="solid"/>
            <a:miter lim="400000"/>
            <a:headEnd len="sm" w="sm" type="none"/>
            <a:tailEnd len="sm" w="sm" type="none"/>
          </a:ln>
        </p:spPr>
      </p:cxnSp>
      <p:cxnSp>
        <p:nvCxnSpPr>
          <p:cNvPr id="242" name="Google Shape;242;p130"/>
          <p:cNvCxnSpPr/>
          <p:nvPr/>
        </p:nvCxnSpPr>
        <p:spPr>
          <a:xfrm>
            <a:off x="1451350" y="536317"/>
            <a:ext cx="7522390" cy="0"/>
          </a:xfrm>
          <a:prstGeom prst="straightConnector1">
            <a:avLst/>
          </a:prstGeom>
          <a:noFill/>
          <a:ln cap="flat" cmpd="sng" w="25400">
            <a:solidFill>
              <a:schemeClr val="lt1"/>
            </a:solidFill>
            <a:prstDash val="solid"/>
            <a:miter lim="400000"/>
            <a:headEnd len="sm" w="sm" type="none"/>
            <a:tailEnd len="sm" w="sm" type="none"/>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7_Page Layout 1">
  <p:cSld name="37_Page Layout 1">
    <p:spTree>
      <p:nvGrpSpPr>
        <p:cNvPr id="243" name="Shape 243"/>
        <p:cNvGrpSpPr/>
        <p:nvPr/>
      </p:nvGrpSpPr>
      <p:grpSpPr>
        <a:xfrm>
          <a:off x="0" y="0"/>
          <a:ext cx="0" cy="0"/>
          <a:chOff x="0" y="0"/>
          <a:chExt cx="0" cy="0"/>
        </a:xfrm>
      </p:grpSpPr>
      <p:sp>
        <p:nvSpPr>
          <p:cNvPr id="244" name="Google Shape;244;p131"/>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45" name="Google Shape;245;p131"/>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46" name="Google Shape;246;p131"/>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8_Page Layout 1">
  <p:cSld name="38_Page Layout 1">
    <p:spTree>
      <p:nvGrpSpPr>
        <p:cNvPr id="247" name="Shape 247"/>
        <p:cNvGrpSpPr/>
        <p:nvPr/>
      </p:nvGrpSpPr>
      <p:grpSpPr>
        <a:xfrm>
          <a:off x="0" y="0"/>
          <a:ext cx="0" cy="0"/>
          <a:chOff x="0" y="0"/>
          <a:chExt cx="0" cy="0"/>
        </a:xfrm>
      </p:grpSpPr>
      <p:sp>
        <p:nvSpPr>
          <p:cNvPr id="248" name="Google Shape;248;p132"/>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49" name="Google Shape;249;p132"/>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50" name="Google Shape;250;p132"/>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Divider Option 1">
  <p:cSld name="8_Divider Option 1">
    <p:spTree>
      <p:nvGrpSpPr>
        <p:cNvPr id="251" name="Shape 251"/>
        <p:cNvGrpSpPr/>
        <p:nvPr/>
      </p:nvGrpSpPr>
      <p:grpSpPr>
        <a:xfrm>
          <a:off x="0" y="0"/>
          <a:ext cx="0" cy="0"/>
          <a:chOff x="0" y="0"/>
          <a:chExt cx="0" cy="0"/>
        </a:xfrm>
      </p:grpSpPr>
      <p:pic>
        <p:nvPicPr>
          <p:cNvPr id="252" name="Google Shape;252;p133"/>
          <p:cNvPicPr preferRelativeResize="0"/>
          <p:nvPr/>
        </p:nvPicPr>
        <p:blipFill rotWithShape="1">
          <a:blip r:embed="rId2">
            <a:alphaModFix/>
          </a:blip>
          <a:srcRect b="0" l="3956" r="3956" t="0"/>
          <a:stretch/>
        </p:blipFill>
        <p:spPr>
          <a:xfrm>
            <a:off x="0" y="0"/>
            <a:ext cx="9144000" cy="5143500"/>
          </a:xfrm>
          <a:prstGeom prst="rect">
            <a:avLst/>
          </a:prstGeom>
          <a:noFill/>
          <a:ln>
            <a:noFill/>
          </a:ln>
        </p:spPr>
      </p:pic>
      <p:sp>
        <p:nvSpPr>
          <p:cNvPr id="253" name="Google Shape;253;p133"/>
          <p:cNvSpPr/>
          <p:nvPr/>
        </p:nvSpPr>
        <p:spPr>
          <a:xfrm>
            <a:off x="0" y="2453458"/>
            <a:ext cx="9144000" cy="223138"/>
          </a:xfrm>
          <a:prstGeom prst="rect">
            <a:avLst/>
          </a:prstGeom>
          <a:solidFill>
            <a:schemeClr val="dk1">
              <a:alpha val="45882"/>
            </a:schemeClr>
          </a:solidFill>
          <a:ln>
            <a:noFill/>
          </a:ln>
          <a:effectLst>
            <a:outerShdw blurRad="38100" rotWithShape="0" dir="5400000" dist="25400">
              <a:srgbClr val="000000">
                <a:alpha val="49803"/>
              </a:srgbClr>
            </a:outerShdw>
          </a:effectLst>
        </p:spPr>
        <p:txBody>
          <a:bodyPr anchorCtr="0" anchor="ctr" bIns="19050" lIns="19050" spcFirstLastPara="1" rIns="19050" wrap="square" tIns="19050">
            <a:sp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Arial"/>
              <a:ea typeface="Arial"/>
              <a:cs typeface="Arial"/>
              <a:sym typeface="Arial"/>
            </a:endParaRPr>
          </a:p>
        </p:txBody>
      </p:sp>
      <p:pic>
        <p:nvPicPr>
          <p:cNvPr id="254" name="Google Shape;254;p133"/>
          <p:cNvPicPr preferRelativeResize="0"/>
          <p:nvPr/>
        </p:nvPicPr>
        <p:blipFill rotWithShape="1">
          <a:blip r:embed="rId3">
            <a:alphaModFix/>
          </a:blip>
          <a:srcRect b="0" l="0" r="0" t="0"/>
          <a:stretch/>
        </p:blipFill>
        <p:spPr>
          <a:xfrm>
            <a:off x="520965" y="800103"/>
            <a:ext cx="8041487" cy="3570192"/>
          </a:xfrm>
          <a:prstGeom prst="rect">
            <a:avLst/>
          </a:prstGeom>
          <a:noFill/>
          <a:ln>
            <a:noFill/>
          </a:ln>
        </p:spPr>
      </p:pic>
      <p:pic>
        <p:nvPicPr>
          <p:cNvPr id="255" name="Google Shape;255;p133"/>
          <p:cNvPicPr preferRelativeResize="0"/>
          <p:nvPr/>
        </p:nvPicPr>
        <p:blipFill rotWithShape="1">
          <a:blip r:embed="rId4">
            <a:alphaModFix/>
          </a:blip>
          <a:srcRect b="0" l="0" r="0" t="0"/>
          <a:stretch/>
        </p:blipFill>
        <p:spPr>
          <a:xfrm>
            <a:off x="204727" y="164306"/>
            <a:ext cx="1054350" cy="223914"/>
          </a:xfrm>
          <a:prstGeom prst="rect">
            <a:avLst/>
          </a:prstGeom>
          <a:noFill/>
          <a:ln>
            <a:noFill/>
          </a:ln>
        </p:spPr>
      </p:pic>
      <p:sp>
        <p:nvSpPr>
          <p:cNvPr id="256" name="Google Shape;256;p133"/>
          <p:cNvSpPr txBox="1"/>
          <p:nvPr>
            <p:ph idx="12" type="sldNum"/>
          </p:nvPr>
        </p:nvSpPr>
        <p:spPr>
          <a:xfrm>
            <a:off x="246188" y="4767262"/>
            <a:ext cx="2057400" cy="273844"/>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257" name="Google Shape;257;p133"/>
          <p:cNvSpPr txBox="1"/>
          <p:nvPr>
            <p:ph type="title"/>
          </p:nvPr>
        </p:nvSpPr>
        <p:spPr>
          <a:xfrm>
            <a:off x="1034546" y="1308926"/>
            <a:ext cx="4712403" cy="589953"/>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SzPts val="1400"/>
              <a:buNone/>
              <a:defRPr b="1" i="0" sz="30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58" name="Google Shape;258;p133"/>
          <p:cNvSpPr/>
          <p:nvPr/>
        </p:nvSpPr>
        <p:spPr>
          <a:xfrm>
            <a:off x="7186888" y="4987246"/>
            <a:ext cx="1736053" cy="107722"/>
          </a:xfrm>
          <a:prstGeom prst="rect">
            <a:avLst/>
          </a:prstGeom>
          <a:noFill/>
          <a:ln>
            <a:noFill/>
          </a:ln>
        </p:spPr>
        <p:txBody>
          <a:bodyPr anchorCtr="0" anchor="ctr" bIns="19050" lIns="19050" spcFirstLastPara="1" rIns="19050" wrap="square" tIns="19050">
            <a:spAutoFit/>
          </a:bodyPr>
          <a:lstStyle/>
          <a:p>
            <a:pPr indent="0" lvl="0" marL="0" marR="0" rtl="0" algn="l">
              <a:lnSpc>
                <a:spcPct val="100000"/>
              </a:lnSpc>
              <a:spcBef>
                <a:spcPts val="0"/>
              </a:spcBef>
              <a:spcAft>
                <a:spcPts val="0"/>
              </a:spcAft>
              <a:buNone/>
            </a:pPr>
            <a:r>
              <a:rPr b="0" i="0" lang="en-US" sz="450" u="none" cap="none" strike="noStrike">
                <a:solidFill>
                  <a:schemeClr val="lt1"/>
                </a:solidFill>
                <a:latin typeface="Arial"/>
                <a:ea typeface="Arial"/>
                <a:cs typeface="Arial"/>
                <a:sym typeface="Arial"/>
              </a:rPr>
              <a:t>Copyright © Ocean Network Express Pte. Ltd. All Rights Reserved</a:t>
            </a:r>
            <a:endParaRPr/>
          </a:p>
        </p:txBody>
      </p:sp>
      <p:cxnSp>
        <p:nvCxnSpPr>
          <p:cNvPr id="259" name="Google Shape;259;p133"/>
          <p:cNvCxnSpPr/>
          <p:nvPr/>
        </p:nvCxnSpPr>
        <p:spPr>
          <a:xfrm>
            <a:off x="204672" y="536317"/>
            <a:ext cx="1188900" cy="0"/>
          </a:xfrm>
          <a:prstGeom prst="straightConnector1">
            <a:avLst/>
          </a:prstGeom>
          <a:noFill/>
          <a:ln cap="flat" cmpd="sng" w="25400">
            <a:solidFill>
              <a:schemeClr val="lt1"/>
            </a:solidFill>
            <a:prstDash val="solid"/>
            <a:miter lim="400000"/>
            <a:headEnd len="sm" w="sm" type="none"/>
            <a:tailEnd len="sm" w="sm" type="none"/>
          </a:ln>
        </p:spPr>
      </p:cxnSp>
      <p:cxnSp>
        <p:nvCxnSpPr>
          <p:cNvPr id="260" name="Google Shape;260;p133"/>
          <p:cNvCxnSpPr/>
          <p:nvPr/>
        </p:nvCxnSpPr>
        <p:spPr>
          <a:xfrm>
            <a:off x="1451350" y="536317"/>
            <a:ext cx="7522390" cy="0"/>
          </a:xfrm>
          <a:prstGeom prst="straightConnector1">
            <a:avLst/>
          </a:prstGeom>
          <a:noFill/>
          <a:ln cap="flat" cmpd="sng" w="25400">
            <a:solidFill>
              <a:schemeClr val="lt1"/>
            </a:solidFill>
            <a:prstDash val="solid"/>
            <a:miter lim="400000"/>
            <a:headEnd len="sm" w="sm" type="none"/>
            <a:tailEnd len="sm" w="sm" type="none"/>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9_Page Layout 1">
  <p:cSld name="39_Page Layout 1">
    <p:spTree>
      <p:nvGrpSpPr>
        <p:cNvPr id="261" name="Shape 261"/>
        <p:cNvGrpSpPr/>
        <p:nvPr/>
      </p:nvGrpSpPr>
      <p:grpSpPr>
        <a:xfrm>
          <a:off x="0" y="0"/>
          <a:ext cx="0" cy="0"/>
          <a:chOff x="0" y="0"/>
          <a:chExt cx="0" cy="0"/>
        </a:xfrm>
      </p:grpSpPr>
      <p:sp>
        <p:nvSpPr>
          <p:cNvPr id="262" name="Google Shape;262;p134"/>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63" name="Google Shape;263;p134"/>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64" name="Google Shape;264;p134"/>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_Page Layout 1">
  <p:cSld name="40_Page Layout 1">
    <p:spTree>
      <p:nvGrpSpPr>
        <p:cNvPr id="265" name="Shape 265"/>
        <p:cNvGrpSpPr/>
        <p:nvPr/>
      </p:nvGrpSpPr>
      <p:grpSpPr>
        <a:xfrm>
          <a:off x="0" y="0"/>
          <a:ext cx="0" cy="0"/>
          <a:chOff x="0" y="0"/>
          <a:chExt cx="0" cy="0"/>
        </a:xfrm>
      </p:grpSpPr>
      <p:sp>
        <p:nvSpPr>
          <p:cNvPr id="266" name="Google Shape;266;p135"/>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67" name="Google Shape;267;p135"/>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68" name="Google Shape;268;p135"/>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_Page Layout 1">
  <p:cSld name="41_Page Layout 1">
    <p:spTree>
      <p:nvGrpSpPr>
        <p:cNvPr id="269" name="Shape 269"/>
        <p:cNvGrpSpPr/>
        <p:nvPr/>
      </p:nvGrpSpPr>
      <p:grpSpPr>
        <a:xfrm>
          <a:off x="0" y="0"/>
          <a:ext cx="0" cy="0"/>
          <a:chOff x="0" y="0"/>
          <a:chExt cx="0" cy="0"/>
        </a:xfrm>
      </p:grpSpPr>
      <p:sp>
        <p:nvSpPr>
          <p:cNvPr id="270" name="Google Shape;270;p136"/>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71" name="Google Shape;271;p136"/>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72" name="Google Shape;272;p136"/>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_Page Layout 1">
  <p:cSld name="42_Page Layout 1">
    <p:spTree>
      <p:nvGrpSpPr>
        <p:cNvPr id="273" name="Shape 273"/>
        <p:cNvGrpSpPr/>
        <p:nvPr/>
      </p:nvGrpSpPr>
      <p:grpSpPr>
        <a:xfrm>
          <a:off x="0" y="0"/>
          <a:ext cx="0" cy="0"/>
          <a:chOff x="0" y="0"/>
          <a:chExt cx="0" cy="0"/>
        </a:xfrm>
      </p:grpSpPr>
      <p:sp>
        <p:nvSpPr>
          <p:cNvPr id="274" name="Google Shape;274;p137"/>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75" name="Google Shape;275;p137"/>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76" name="Google Shape;276;p137"/>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3_Page Layout 1">
  <p:cSld name="43_Page Layout 1">
    <p:spTree>
      <p:nvGrpSpPr>
        <p:cNvPr id="277" name="Shape 277"/>
        <p:cNvGrpSpPr/>
        <p:nvPr/>
      </p:nvGrpSpPr>
      <p:grpSpPr>
        <a:xfrm>
          <a:off x="0" y="0"/>
          <a:ext cx="0" cy="0"/>
          <a:chOff x="0" y="0"/>
          <a:chExt cx="0" cy="0"/>
        </a:xfrm>
      </p:grpSpPr>
      <p:sp>
        <p:nvSpPr>
          <p:cNvPr id="278" name="Google Shape;278;p138"/>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79" name="Google Shape;279;p138"/>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80" name="Google Shape;280;p138"/>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4_Page Layout 1">
  <p:cSld name="44_Page Layout 1">
    <p:spTree>
      <p:nvGrpSpPr>
        <p:cNvPr id="281" name="Shape 281"/>
        <p:cNvGrpSpPr/>
        <p:nvPr/>
      </p:nvGrpSpPr>
      <p:grpSpPr>
        <a:xfrm>
          <a:off x="0" y="0"/>
          <a:ext cx="0" cy="0"/>
          <a:chOff x="0" y="0"/>
          <a:chExt cx="0" cy="0"/>
        </a:xfrm>
      </p:grpSpPr>
      <p:sp>
        <p:nvSpPr>
          <p:cNvPr id="282" name="Google Shape;282;p139"/>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83" name="Google Shape;283;p139"/>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84" name="Google Shape;284;p139"/>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5_Page Layout 1">
  <p:cSld name="45_Page Layout 1">
    <p:spTree>
      <p:nvGrpSpPr>
        <p:cNvPr id="285" name="Shape 285"/>
        <p:cNvGrpSpPr/>
        <p:nvPr/>
      </p:nvGrpSpPr>
      <p:grpSpPr>
        <a:xfrm>
          <a:off x="0" y="0"/>
          <a:ext cx="0" cy="0"/>
          <a:chOff x="0" y="0"/>
          <a:chExt cx="0" cy="0"/>
        </a:xfrm>
      </p:grpSpPr>
      <p:sp>
        <p:nvSpPr>
          <p:cNvPr id="286" name="Google Shape;286;p140"/>
          <p:cNvSpPr txBox="1"/>
          <p:nvPr>
            <p:ph type="title"/>
          </p:nvPr>
        </p:nvSpPr>
        <p:spPr>
          <a:xfrm>
            <a:off x="1462384" y="149379"/>
            <a:ext cx="7478614" cy="26834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75" u="none" cap="none" strike="noStrike">
                <a:solidFill>
                  <a:srgbClr val="BD0F72"/>
                </a:solidFill>
                <a:latin typeface="Arial Black"/>
                <a:ea typeface="Arial Black"/>
                <a:cs typeface="Arial Black"/>
                <a:sym typeface="Arial Black"/>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87" name="Google Shape;287;p140"/>
          <p:cNvSpPr txBox="1"/>
          <p:nvPr>
            <p:ph idx="1" type="body"/>
          </p:nvPr>
        </p:nvSpPr>
        <p:spPr>
          <a:xfrm>
            <a:off x="203002" y="725366"/>
            <a:ext cx="8737997" cy="413458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1125"/>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88" name="Google Shape;288;p140"/>
          <p:cNvSpPr txBox="1"/>
          <p:nvPr>
            <p:ph idx="12" type="sldNum"/>
          </p:nvPr>
        </p:nvSpPr>
        <p:spPr>
          <a:xfrm>
            <a:off x="193433" y="4859948"/>
            <a:ext cx="2057400" cy="181158"/>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45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ing Slide Option 2" showMasterSp="0">
  <p:cSld name="Ending Slide Option 2">
    <p:bg>
      <p:bgPr>
        <a:solidFill>
          <a:srgbClr val="BD0F72"/>
        </a:solidFill>
      </p:bgPr>
    </p:bg>
    <p:spTree>
      <p:nvGrpSpPr>
        <p:cNvPr id="289" name="Shape 289"/>
        <p:cNvGrpSpPr/>
        <p:nvPr/>
      </p:nvGrpSpPr>
      <p:grpSpPr>
        <a:xfrm>
          <a:off x="0" y="0"/>
          <a:ext cx="0" cy="0"/>
          <a:chOff x="0" y="0"/>
          <a:chExt cx="0" cy="0"/>
        </a:xfrm>
      </p:grpSpPr>
      <p:sp>
        <p:nvSpPr>
          <p:cNvPr id="290" name="Google Shape;290;p141"/>
          <p:cNvSpPr/>
          <p:nvPr/>
        </p:nvSpPr>
        <p:spPr>
          <a:xfrm>
            <a:off x="7186888" y="4987245"/>
            <a:ext cx="1781100" cy="1077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chemeClr val="lt1"/>
              </a:buClr>
              <a:buSzPts val="500"/>
              <a:buFont typeface="Arial"/>
              <a:buNone/>
            </a:pPr>
            <a:r>
              <a:rPr b="0" i="0" lang="en-US" sz="500" u="none" cap="none" strike="noStrike">
                <a:solidFill>
                  <a:schemeClr val="lt1"/>
                </a:solidFill>
                <a:latin typeface="Arial"/>
                <a:ea typeface="Arial"/>
                <a:cs typeface="Arial"/>
                <a:sym typeface="Arial"/>
              </a:rPr>
              <a:t>Copyright © Ocean Network Express Pte. Ltd. All Rights Reserved</a:t>
            </a:r>
            <a:endParaRPr b="0" i="0" sz="500" u="none" cap="none" strike="noStrike">
              <a:solidFill>
                <a:srgbClr val="000000"/>
              </a:solidFill>
              <a:latin typeface="Arial"/>
              <a:ea typeface="Arial"/>
              <a:cs typeface="Arial"/>
              <a:sym typeface="Arial"/>
            </a:endParaRPr>
          </a:p>
        </p:txBody>
      </p:sp>
      <p:sp>
        <p:nvSpPr>
          <p:cNvPr id="291" name="Google Shape;291;p141"/>
          <p:cNvSpPr txBox="1"/>
          <p:nvPr/>
        </p:nvSpPr>
        <p:spPr>
          <a:xfrm>
            <a:off x="522722" y="4352381"/>
            <a:ext cx="8098500" cy="296400"/>
          </a:xfrm>
          <a:prstGeom prst="rect">
            <a:avLst/>
          </a:prstGeom>
          <a:noFill/>
          <a:ln>
            <a:noFill/>
          </a:ln>
        </p:spPr>
        <p:txBody>
          <a:bodyPr anchorCtr="0" anchor="t" bIns="17150" lIns="34275" spcFirstLastPara="1" rIns="34275" wrap="square" tIns="17150">
            <a:spAutoFit/>
          </a:bodyPr>
          <a:lstStyle/>
          <a:p>
            <a:pPr indent="0" lvl="0" marL="0" marR="0" rtl="0" algn="ctr">
              <a:lnSpc>
                <a:spcPct val="100000"/>
              </a:lnSpc>
              <a:spcBef>
                <a:spcPts val="0"/>
              </a:spcBef>
              <a:spcAft>
                <a:spcPts val="0"/>
              </a:spcAft>
              <a:buClr>
                <a:schemeClr val="lt1"/>
              </a:buClr>
              <a:buSzPts val="1700"/>
              <a:buFont typeface="Arial"/>
              <a:buNone/>
            </a:pPr>
            <a:r>
              <a:rPr b="0" i="0" lang="en-US" sz="1700" u="none" cap="none" strike="noStrike">
                <a:solidFill>
                  <a:schemeClr val="lt1"/>
                </a:solidFill>
                <a:latin typeface="Arial"/>
                <a:ea typeface="Arial"/>
                <a:cs typeface="Arial"/>
                <a:sym typeface="Arial"/>
              </a:rPr>
              <a:t>www.one-line.com</a:t>
            </a:r>
            <a:endParaRPr b="0" i="0" sz="500" u="none" cap="none" strike="noStrike">
              <a:solidFill>
                <a:srgbClr val="000000"/>
              </a:solidFill>
              <a:latin typeface="Arial"/>
              <a:ea typeface="Arial"/>
              <a:cs typeface="Arial"/>
              <a:sym typeface="Arial"/>
            </a:endParaRPr>
          </a:p>
        </p:txBody>
      </p:sp>
      <p:pic>
        <p:nvPicPr>
          <p:cNvPr id="292" name="Google Shape;292;p141"/>
          <p:cNvPicPr preferRelativeResize="0"/>
          <p:nvPr/>
        </p:nvPicPr>
        <p:blipFill rotWithShape="1">
          <a:blip r:embed="rId2">
            <a:alphaModFix/>
          </a:blip>
          <a:srcRect b="0" l="0" r="0" t="0"/>
          <a:stretch/>
        </p:blipFill>
        <p:spPr>
          <a:xfrm>
            <a:off x="3573794" y="1939967"/>
            <a:ext cx="1996320" cy="1263566"/>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ge Layout 2">
  <p:cSld name="Page Layout 2">
    <p:spTree>
      <p:nvGrpSpPr>
        <p:cNvPr id="293" name="Shape 293"/>
        <p:cNvGrpSpPr/>
        <p:nvPr/>
      </p:nvGrpSpPr>
      <p:grpSpPr>
        <a:xfrm>
          <a:off x="0" y="0"/>
          <a:ext cx="0" cy="0"/>
          <a:chOff x="0" y="0"/>
          <a:chExt cx="0" cy="0"/>
        </a:xfrm>
      </p:grpSpPr>
      <p:sp>
        <p:nvSpPr>
          <p:cNvPr id="294" name="Google Shape;294;p142"/>
          <p:cNvSpPr txBox="1"/>
          <p:nvPr>
            <p:ph idx="1" type="body"/>
          </p:nvPr>
        </p:nvSpPr>
        <p:spPr>
          <a:xfrm>
            <a:off x="197644" y="698988"/>
            <a:ext cx="5301900" cy="4068300"/>
          </a:xfrm>
          <a:prstGeom prst="rect">
            <a:avLst/>
          </a:prstGeom>
          <a:noFill/>
          <a:ln>
            <a:noFill/>
          </a:ln>
        </p:spPr>
        <p:txBody>
          <a:bodyPr anchorCtr="0" anchor="t" bIns="17150" lIns="34275" spcFirstLastPara="1" rIns="34275" wrap="square" tIns="17150">
            <a:noAutofit/>
          </a:bodyPr>
          <a:lstStyle>
            <a:lvl1pPr indent="-298450" lvl="0" marL="457200" marR="0" rtl="0" algn="l">
              <a:lnSpc>
                <a:spcPct val="100000"/>
              </a:lnSpc>
              <a:spcBef>
                <a:spcPts val="1100"/>
              </a:spcBef>
              <a:spcAft>
                <a:spcPts val="0"/>
              </a:spcAft>
              <a:buClr>
                <a:srgbClr val="000000"/>
              </a:buClr>
              <a:buSzPts val="1100"/>
              <a:buFont typeface="Arial"/>
              <a:buChar char="•"/>
              <a:defRPr b="0" i="0" sz="1500" u="none" cap="none" strike="noStrike">
                <a:solidFill>
                  <a:srgbClr val="000000"/>
                </a:solidFill>
                <a:latin typeface="Arial"/>
                <a:ea typeface="Arial"/>
                <a:cs typeface="Arial"/>
                <a:sym typeface="Arial"/>
              </a:defRPr>
            </a:lvl1pPr>
            <a:lvl2pPr indent="-298450" lvl="1" marL="914400" marR="0" rtl="0" algn="l">
              <a:lnSpc>
                <a:spcPct val="100000"/>
              </a:lnSpc>
              <a:spcBef>
                <a:spcPts val="1100"/>
              </a:spcBef>
              <a:spcAft>
                <a:spcPts val="0"/>
              </a:spcAft>
              <a:buClr>
                <a:srgbClr val="000000"/>
              </a:buClr>
              <a:buSzPts val="1100"/>
              <a:buFont typeface="Arial"/>
              <a:buChar char="•"/>
              <a:defRPr b="0" i="0" sz="1500" u="none" cap="none" strike="noStrike">
                <a:solidFill>
                  <a:srgbClr val="000000"/>
                </a:solidFill>
                <a:latin typeface="Arial"/>
                <a:ea typeface="Arial"/>
                <a:cs typeface="Arial"/>
                <a:sym typeface="Arial"/>
              </a:defRPr>
            </a:lvl2pPr>
            <a:lvl3pPr indent="-298450" lvl="2" marL="1371600" marR="0" rtl="0" algn="l">
              <a:lnSpc>
                <a:spcPct val="100000"/>
              </a:lnSpc>
              <a:spcBef>
                <a:spcPts val="1100"/>
              </a:spcBef>
              <a:spcAft>
                <a:spcPts val="0"/>
              </a:spcAft>
              <a:buClr>
                <a:srgbClr val="000000"/>
              </a:buClr>
              <a:buSzPts val="1100"/>
              <a:buFont typeface="Arial"/>
              <a:buChar char="•"/>
              <a:defRPr b="0" i="0" sz="1500" u="none" cap="none" strike="noStrike">
                <a:solidFill>
                  <a:srgbClr val="000000"/>
                </a:solidFill>
                <a:latin typeface="Arial"/>
                <a:ea typeface="Arial"/>
                <a:cs typeface="Arial"/>
                <a:sym typeface="Arial"/>
              </a:defRPr>
            </a:lvl3pPr>
            <a:lvl4pPr indent="-298450" lvl="3" marL="1828800" marR="0" rtl="0" algn="l">
              <a:lnSpc>
                <a:spcPct val="100000"/>
              </a:lnSpc>
              <a:spcBef>
                <a:spcPts val="1100"/>
              </a:spcBef>
              <a:spcAft>
                <a:spcPts val="0"/>
              </a:spcAft>
              <a:buClr>
                <a:srgbClr val="000000"/>
              </a:buClr>
              <a:buSzPts val="1100"/>
              <a:buFont typeface="Arial"/>
              <a:buChar char="•"/>
              <a:defRPr b="0" i="0" sz="1500" u="none" cap="none" strike="noStrike">
                <a:solidFill>
                  <a:srgbClr val="000000"/>
                </a:solidFill>
                <a:latin typeface="Arial"/>
                <a:ea typeface="Arial"/>
                <a:cs typeface="Arial"/>
                <a:sym typeface="Arial"/>
              </a:defRPr>
            </a:lvl4pPr>
            <a:lvl5pPr indent="-298450" lvl="4" marL="2286000" marR="0" rtl="0" algn="l">
              <a:lnSpc>
                <a:spcPct val="100000"/>
              </a:lnSpc>
              <a:spcBef>
                <a:spcPts val="1100"/>
              </a:spcBef>
              <a:spcAft>
                <a:spcPts val="0"/>
              </a:spcAft>
              <a:buClr>
                <a:srgbClr val="000000"/>
              </a:buClr>
              <a:buSzPts val="1100"/>
              <a:buFont typeface="Arial"/>
              <a:buChar char="•"/>
              <a:defRPr b="0" i="0" sz="1500" u="none" cap="none" strike="noStrike">
                <a:solidFill>
                  <a:srgbClr val="000000"/>
                </a:solidFill>
                <a:latin typeface="Arial"/>
                <a:ea typeface="Arial"/>
                <a:cs typeface="Arial"/>
                <a:sym typeface="Arial"/>
              </a:defRPr>
            </a:lvl5pPr>
            <a:lvl6pPr indent="-298450" lvl="5" marL="2743200" marR="0" rtl="0" algn="l">
              <a:lnSpc>
                <a:spcPct val="100000"/>
              </a:lnSpc>
              <a:spcBef>
                <a:spcPts val="2200"/>
              </a:spcBef>
              <a:spcAft>
                <a:spcPts val="0"/>
              </a:spcAft>
              <a:buClr>
                <a:srgbClr val="000000"/>
              </a:buClr>
              <a:buSzPts val="1100"/>
              <a:buFont typeface="Arial Black"/>
              <a:buChar char="•"/>
              <a:defRPr b="0" i="0" sz="1500" u="none" cap="none" strike="noStrike">
                <a:solidFill>
                  <a:srgbClr val="000000"/>
                </a:solidFill>
                <a:latin typeface="Arial Black"/>
                <a:ea typeface="Arial Black"/>
                <a:cs typeface="Arial Black"/>
                <a:sym typeface="Arial Black"/>
              </a:defRPr>
            </a:lvl6pPr>
            <a:lvl7pPr indent="-298450" lvl="6" marL="3200400" marR="0" rtl="0" algn="l">
              <a:lnSpc>
                <a:spcPct val="100000"/>
              </a:lnSpc>
              <a:spcBef>
                <a:spcPts val="2200"/>
              </a:spcBef>
              <a:spcAft>
                <a:spcPts val="0"/>
              </a:spcAft>
              <a:buClr>
                <a:srgbClr val="000000"/>
              </a:buClr>
              <a:buSzPts val="1100"/>
              <a:buFont typeface="Arial Black"/>
              <a:buChar char="•"/>
              <a:defRPr b="0" i="0" sz="1500" u="none" cap="none" strike="noStrike">
                <a:solidFill>
                  <a:srgbClr val="000000"/>
                </a:solidFill>
                <a:latin typeface="Arial Black"/>
                <a:ea typeface="Arial Black"/>
                <a:cs typeface="Arial Black"/>
                <a:sym typeface="Arial Black"/>
              </a:defRPr>
            </a:lvl7pPr>
            <a:lvl8pPr indent="-298450" lvl="7" marL="3657600" marR="0" rtl="0" algn="l">
              <a:lnSpc>
                <a:spcPct val="100000"/>
              </a:lnSpc>
              <a:spcBef>
                <a:spcPts val="2200"/>
              </a:spcBef>
              <a:spcAft>
                <a:spcPts val="0"/>
              </a:spcAft>
              <a:buClr>
                <a:srgbClr val="000000"/>
              </a:buClr>
              <a:buSzPts val="1100"/>
              <a:buFont typeface="Arial Black"/>
              <a:buChar char="•"/>
              <a:defRPr b="0" i="0" sz="1500" u="none" cap="none" strike="noStrike">
                <a:solidFill>
                  <a:srgbClr val="000000"/>
                </a:solidFill>
                <a:latin typeface="Arial Black"/>
                <a:ea typeface="Arial Black"/>
                <a:cs typeface="Arial Black"/>
                <a:sym typeface="Arial Black"/>
              </a:defRPr>
            </a:lvl8pPr>
            <a:lvl9pPr indent="-298450" lvl="8" marL="4114800" marR="0" rtl="0" algn="l">
              <a:lnSpc>
                <a:spcPct val="100000"/>
              </a:lnSpc>
              <a:spcBef>
                <a:spcPts val="2200"/>
              </a:spcBef>
              <a:spcAft>
                <a:spcPts val="0"/>
              </a:spcAft>
              <a:buClr>
                <a:srgbClr val="000000"/>
              </a:buClr>
              <a:buSzPts val="1100"/>
              <a:buFont typeface="Arial Black"/>
              <a:buChar char="•"/>
              <a:defRPr b="0" i="0" sz="1500" u="none" cap="none" strike="noStrike">
                <a:solidFill>
                  <a:srgbClr val="000000"/>
                </a:solidFill>
                <a:latin typeface="Arial Black"/>
                <a:ea typeface="Arial Black"/>
                <a:cs typeface="Arial Black"/>
                <a:sym typeface="Arial Black"/>
              </a:defRPr>
            </a:lvl9pPr>
          </a:lstStyle>
          <a:p/>
        </p:txBody>
      </p:sp>
      <p:sp>
        <p:nvSpPr>
          <p:cNvPr id="295" name="Google Shape;295;p142"/>
          <p:cNvSpPr/>
          <p:nvPr>
            <p:ph idx="2" type="pic"/>
          </p:nvPr>
        </p:nvSpPr>
        <p:spPr>
          <a:xfrm>
            <a:off x="5598319" y="698760"/>
            <a:ext cx="3348000" cy="4068300"/>
          </a:xfrm>
          <a:prstGeom prst="rect">
            <a:avLst/>
          </a:prstGeom>
          <a:noFill/>
          <a:ln>
            <a:noFill/>
          </a:ln>
        </p:spPr>
      </p:sp>
      <p:sp>
        <p:nvSpPr>
          <p:cNvPr id="296" name="Google Shape;296;p142"/>
          <p:cNvSpPr txBox="1"/>
          <p:nvPr>
            <p:ph idx="12" type="sldNum"/>
          </p:nvPr>
        </p:nvSpPr>
        <p:spPr>
          <a:xfrm>
            <a:off x="193433" y="4859948"/>
            <a:ext cx="2057400" cy="181200"/>
          </a:xfrm>
          <a:prstGeom prst="rect">
            <a:avLst/>
          </a:prstGeom>
          <a:noFill/>
          <a:ln>
            <a:noFill/>
          </a:ln>
        </p:spPr>
        <p:txBody>
          <a:bodyPr anchorCtr="0" anchor="ctr" bIns="17150" lIns="34275" spcFirstLastPara="1" rIns="34275" wrap="square" tIns="17150">
            <a:noAutofit/>
          </a:bodyPr>
          <a:lstStyle>
            <a:lvl1pPr indent="0" lvl="0"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297" name="Google Shape;297;p142"/>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lvl1pPr lvl="0" marR="0" rtl="0" algn="l">
              <a:lnSpc>
                <a:spcPct val="100000"/>
              </a:lnSpc>
              <a:spcBef>
                <a:spcPts val="0"/>
              </a:spcBef>
              <a:spcAft>
                <a:spcPts val="0"/>
              </a:spcAft>
              <a:buClr>
                <a:srgbClr val="BD0F72"/>
              </a:buClr>
              <a:buSzPts val="1900"/>
              <a:buFont typeface="Arial Black"/>
              <a:buNone/>
              <a:defRPr b="0" i="0" sz="1900" u="none" cap="none" strike="noStrike">
                <a:solidFill>
                  <a:srgbClr val="BD0F72"/>
                </a:solidFill>
                <a:latin typeface="Arial Black"/>
                <a:ea typeface="Arial Black"/>
                <a:cs typeface="Arial Black"/>
                <a:sym typeface="Arial Black"/>
              </a:defRPr>
            </a:lvl1pPr>
            <a:lvl2pPr lvl="1"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ing Slide Option 1" showMasterSp="0">
  <p:cSld name="Ending Slide Option 1">
    <p:bg>
      <p:bgPr>
        <a:solidFill>
          <a:srgbClr val="BD0F72"/>
        </a:solidFill>
      </p:bgPr>
    </p:bg>
    <p:spTree>
      <p:nvGrpSpPr>
        <p:cNvPr id="298" name="Shape 298"/>
        <p:cNvGrpSpPr/>
        <p:nvPr/>
      </p:nvGrpSpPr>
      <p:grpSpPr>
        <a:xfrm>
          <a:off x="0" y="0"/>
          <a:ext cx="0" cy="0"/>
          <a:chOff x="0" y="0"/>
          <a:chExt cx="0" cy="0"/>
        </a:xfrm>
      </p:grpSpPr>
      <p:sp>
        <p:nvSpPr>
          <p:cNvPr id="299" name="Google Shape;299;p143"/>
          <p:cNvSpPr/>
          <p:nvPr/>
        </p:nvSpPr>
        <p:spPr>
          <a:xfrm>
            <a:off x="7186888" y="4987245"/>
            <a:ext cx="1781100" cy="1077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chemeClr val="lt1"/>
              </a:buClr>
              <a:buSzPts val="500"/>
              <a:buFont typeface="Arial"/>
              <a:buNone/>
            </a:pPr>
            <a:r>
              <a:rPr b="0" i="0" lang="en-US" sz="500" u="none" cap="none" strike="noStrike">
                <a:solidFill>
                  <a:schemeClr val="lt1"/>
                </a:solidFill>
                <a:latin typeface="Arial"/>
                <a:ea typeface="Arial"/>
                <a:cs typeface="Arial"/>
                <a:sym typeface="Arial"/>
              </a:rPr>
              <a:t>Copyright © Ocean Network Express Pte. Ltd. All Rights Reserved</a:t>
            </a:r>
            <a:endParaRPr b="0" i="0" sz="500" u="none" cap="none" strike="noStrike">
              <a:solidFill>
                <a:srgbClr val="000000"/>
              </a:solidFill>
              <a:latin typeface="Arial"/>
              <a:ea typeface="Arial"/>
              <a:cs typeface="Arial"/>
              <a:sym typeface="Arial"/>
            </a:endParaRPr>
          </a:p>
        </p:txBody>
      </p:sp>
      <p:sp>
        <p:nvSpPr>
          <p:cNvPr id="300" name="Google Shape;300;p143"/>
          <p:cNvSpPr txBox="1"/>
          <p:nvPr>
            <p:ph type="title"/>
          </p:nvPr>
        </p:nvSpPr>
        <p:spPr>
          <a:xfrm>
            <a:off x="575850" y="2276774"/>
            <a:ext cx="7992300" cy="590100"/>
          </a:xfrm>
          <a:prstGeom prst="rect">
            <a:avLst/>
          </a:prstGeom>
          <a:noFill/>
          <a:ln>
            <a:noFill/>
          </a:ln>
        </p:spPr>
        <p:txBody>
          <a:bodyPr anchorCtr="0" anchor="t" bIns="17150" lIns="34275" spcFirstLastPara="1" rIns="34275" wrap="square" tIns="17150">
            <a:normAutofit/>
          </a:bodyPr>
          <a:lstStyle>
            <a:lvl1pPr lvl="0" marR="0" rtl="0" algn="ctr">
              <a:lnSpc>
                <a:spcPct val="100000"/>
              </a:lnSpc>
              <a:spcBef>
                <a:spcPts val="0"/>
              </a:spcBef>
              <a:spcAft>
                <a:spcPts val="0"/>
              </a:spcAft>
              <a:buClr>
                <a:schemeClr val="lt1"/>
              </a:buClr>
              <a:buSzPts val="2600"/>
              <a:buFont typeface="Arial"/>
              <a:buNone/>
              <a:defRPr b="1" i="0" sz="26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9pPr>
          </a:lstStyle>
          <a:p/>
        </p:txBody>
      </p:sp>
      <p:sp>
        <p:nvSpPr>
          <p:cNvPr id="301" name="Google Shape;301;p143"/>
          <p:cNvSpPr txBox="1"/>
          <p:nvPr/>
        </p:nvSpPr>
        <p:spPr>
          <a:xfrm>
            <a:off x="522722" y="4352381"/>
            <a:ext cx="8098500" cy="296400"/>
          </a:xfrm>
          <a:prstGeom prst="rect">
            <a:avLst/>
          </a:prstGeom>
          <a:noFill/>
          <a:ln>
            <a:noFill/>
          </a:ln>
        </p:spPr>
        <p:txBody>
          <a:bodyPr anchorCtr="0" anchor="t" bIns="17150" lIns="34275" spcFirstLastPara="1" rIns="34275" wrap="square" tIns="17150">
            <a:spAutoFit/>
          </a:bodyPr>
          <a:lstStyle/>
          <a:p>
            <a:pPr indent="0" lvl="0" marL="0" marR="0" rtl="0" algn="ctr">
              <a:lnSpc>
                <a:spcPct val="100000"/>
              </a:lnSpc>
              <a:spcBef>
                <a:spcPts val="0"/>
              </a:spcBef>
              <a:spcAft>
                <a:spcPts val="0"/>
              </a:spcAft>
              <a:buClr>
                <a:schemeClr val="lt1"/>
              </a:buClr>
              <a:buSzPts val="1700"/>
              <a:buFont typeface="Arial"/>
              <a:buNone/>
            </a:pPr>
            <a:r>
              <a:rPr b="0" i="0" lang="en-US" sz="1700" u="none" cap="none" strike="noStrike">
                <a:solidFill>
                  <a:schemeClr val="lt1"/>
                </a:solidFill>
                <a:latin typeface="Arial"/>
                <a:ea typeface="Arial"/>
                <a:cs typeface="Arial"/>
                <a:sym typeface="Arial"/>
              </a:rPr>
              <a:t>www.one-line.com</a:t>
            </a:r>
            <a:endParaRPr b="0" i="0" sz="5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Option 2">
  <p:cSld name="Divider Option 2">
    <p:spTree>
      <p:nvGrpSpPr>
        <p:cNvPr id="302" name="Shape 302"/>
        <p:cNvGrpSpPr/>
        <p:nvPr/>
      </p:nvGrpSpPr>
      <p:grpSpPr>
        <a:xfrm>
          <a:off x="0" y="0"/>
          <a:ext cx="0" cy="0"/>
          <a:chOff x="0" y="0"/>
          <a:chExt cx="0" cy="0"/>
        </a:xfrm>
      </p:grpSpPr>
      <p:pic>
        <p:nvPicPr>
          <p:cNvPr id="303" name="Google Shape;303;p144"/>
          <p:cNvPicPr preferRelativeResize="0"/>
          <p:nvPr/>
        </p:nvPicPr>
        <p:blipFill rotWithShape="1">
          <a:blip r:embed="rId2">
            <a:alphaModFix/>
          </a:blip>
          <a:srcRect b="0" l="0" r="0" t="0"/>
          <a:stretch/>
        </p:blipFill>
        <p:spPr>
          <a:xfrm>
            <a:off x="0" y="-6723"/>
            <a:ext cx="9153720" cy="5239339"/>
          </a:xfrm>
          <a:prstGeom prst="rect">
            <a:avLst/>
          </a:prstGeom>
          <a:noFill/>
          <a:ln>
            <a:noFill/>
          </a:ln>
        </p:spPr>
      </p:pic>
      <p:sp>
        <p:nvSpPr>
          <p:cNvPr id="304" name="Google Shape;304;p144"/>
          <p:cNvSpPr/>
          <p:nvPr/>
        </p:nvSpPr>
        <p:spPr>
          <a:xfrm>
            <a:off x="0" y="-6723"/>
            <a:ext cx="9144000" cy="5143500"/>
          </a:xfrm>
          <a:prstGeom prst="rect">
            <a:avLst/>
          </a:prstGeom>
          <a:solidFill>
            <a:schemeClr val="dk1">
              <a:alpha val="45490"/>
            </a:schemeClr>
          </a:solidFill>
          <a:ln>
            <a:noFill/>
          </a:ln>
          <a:effectLst>
            <a:outerShdw blurRad="38100" rotWithShape="0" dir="5400000" dist="25400">
              <a:srgbClr val="000000">
                <a:alpha val="49411"/>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Arial"/>
              <a:ea typeface="Arial"/>
              <a:cs typeface="Arial"/>
              <a:sym typeface="Arial"/>
            </a:endParaRPr>
          </a:p>
        </p:txBody>
      </p:sp>
      <p:pic>
        <p:nvPicPr>
          <p:cNvPr id="305" name="Google Shape;305;p144"/>
          <p:cNvPicPr preferRelativeResize="0"/>
          <p:nvPr/>
        </p:nvPicPr>
        <p:blipFill rotWithShape="1">
          <a:blip r:embed="rId3">
            <a:alphaModFix/>
          </a:blip>
          <a:srcRect b="0" l="0" r="0" t="0"/>
          <a:stretch/>
        </p:blipFill>
        <p:spPr>
          <a:xfrm>
            <a:off x="520965" y="800103"/>
            <a:ext cx="8041488" cy="3570193"/>
          </a:xfrm>
          <a:prstGeom prst="rect">
            <a:avLst/>
          </a:prstGeom>
          <a:noFill/>
          <a:ln>
            <a:noFill/>
          </a:ln>
        </p:spPr>
      </p:pic>
      <p:sp>
        <p:nvSpPr>
          <p:cNvPr id="306" name="Google Shape;306;p144"/>
          <p:cNvSpPr txBox="1"/>
          <p:nvPr>
            <p:ph idx="12" type="sldNum"/>
          </p:nvPr>
        </p:nvSpPr>
        <p:spPr>
          <a:xfrm>
            <a:off x="246188" y="4767263"/>
            <a:ext cx="2057400" cy="273900"/>
          </a:xfrm>
          <a:prstGeom prst="rect">
            <a:avLst/>
          </a:prstGeom>
          <a:noFill/>
          <a:ln>
            <a:noFill/>
          </a:ln>
        </p:spPr>
        <p:txBody>
          <a:bodyPr anchorCtr="0" anchor="ctr" bIns="17150" lIns="34275" spcFirstLastPara="1" rIns="34275" wrap="square" tIns="17150">
            <a:noAutofit/>
          </a:bodyPr>
          <a:lstStyle>
            <a:lvl1pPr indent="0" lvl="0"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1pPr>
            <a:lvl2pPr indent="0" lvl="1"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2pPr>
            <a:lvl3pPr indent="0" lvl="2"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3pPr>
            <a:lvl4pPr indent="0" lvl="3"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4pPr>
            <a:lvl5pPr indent="0" lvl="4"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5pPr>
            <a:lvl6pPr indent="0" lvl="5"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6pPr>
            <a:lvl7pPr indent="0" lvl="6"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7pPr>
            <a:lvl8pPr indent="0" lvl="7"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8pPr>
            <a:lvl9pPr indent="0" lvl="8"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307" name="Google Shape;307;p144"/>
          <p:cNvSpPr txBox="1"/>
          <p:nvPr>
            <p:ph type="title"/>
          </p:nvPr>
        </p:nvSpPr>
        <p:spPr>
          <a:xfrm>
            <a:off x="1034546" y="1308926"/>
            <a:ext cx="4712400" cy="590100"/>
          </a:xfrm>
          <a:prstGeom prst="rect">
            <a:avLst/>
          </a:prstGeom>
          <a:noFill/>
          <a:ln>
            <a:noFill/>
          </a:ln>
        </p:spPr>
        <p:txBody>
          <a:bodyPr anchorCtr="0" anchor="t" bIns="17150" lIns="34275" spcFirstLastPara="1" rIns="34275" wrap="square" tIns="17150">
            <a:normAutofit/>
          </a:bodyPr>
          <a:lstStyle>
            <a:lvl1pPr lvl="0" marR="0" rtl="0" algn="l">
              <a:lnSpc>
                <a:spcPct val="100000"/>
              </a:lnSpc>
              <a:spcBef>
                <a:spcPts val="0"/>
              </a:spcBef>
              <a:spcAft>
                <a:spcPts val="0"/>
              </a:spcAft>
              <a:buClr>
                <a:schemeClr val="lt1"/>
              </a:buClr>
              <a:buSzPts val="3000"/>
              <a:buFont typeface="Arial"/>
              <a:buNone/>
              <a:defRPr b="1" i="0" sz="30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9pPr>
          </a:lstStyle>
          <a:p/>
        </p:txBody>
      </p:sp>
      <p:sp>
        <p:nvSpPr>
          <p:cNvPr id="308" name="Google Shape;308;p144"/>
          <p:cNvSpPr/>
          <p:nvPr/>
        </p:nvSpPr>
        <p:spPr>
          <a:xfrm>
            <a:off x="7186888" y="4987245"/>
            <a:ext cx="1781100" cy="1077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chemeClr val="lt1"/>
              </a:buClr>
              <a:buSzPts val="500"/>
              <a:buFont typeface="Arial"/>
              <a:buNone/>
            </a:pPr>
            <a:r>
              <a:rPr b="0" i="0" lang="en-US" sz="500" u="none" cap="none" strike="noStrike">
                <a:solidFill>
                  <a:schemeClr val="lt1"/>
                </a:solidFill>
                <a:latin typeface="Arial"/>
                <a:ea typeface="Arial"/>
                <a:cs typeface="Arial"/>
                <a:sym typeface="Arial"/>
              </a:rPr>
              <a:t>Copyright © Ocean Network Express Pte. Ltd. All Rights Reserved</a:t>
            </a:r>
            <a:endParaRPr b="0" i="0" sz="500" u="none" cap="none" strike="noStrike">
              <a:solidFill>
                <a:srgbClr val="000000"/>
              </a:solidFill>
              <a:latin typeface="Arial"/>
              <a:ea typeface="Arial"/>
              <a:cs typeface="Arial"/>
              <a:sym typeface="Arial"/>
            </a:endParaRPr>
          </a:p>
        </p:txBody>
      </p:sp>
      <p:cxnSp>
        <p:nvCxnSpPr>
          <p:cNvPr id="309" name="Google Shape;309;p144"/>
          <p:cNvCxnSpPr/>
          <p:nvPr/>
        </p:nvCxnSpPr>
        <p:spPr>
          <a:xfrm>
            <a:off x="204672" y="536317"/>
            <a:ext cx="1188900" cy="0"/>
          </a:xfrm>
          <a:prstGeom prst="straightConnector1">
            <a:avLst/>
          </a:prstGeom>
          <a:noFill/>
          <a:ln cap="flat" cmpd="sng" w="25400">
            <a:solidFill>
              <a:schemeClr val="lt1"/>
            </a:solidFill>
            <a:prstDash val="solid"/>
            <a:miter lim="400000"/>
            <a:headEnd len="sm" w="sm" type="none"/>
            <a:tailEnd len="sm" w="sm" type="none"/>
          </a:ln>
        </p:spPr>
      </p:cxnSp>
      <p:cxnSp>
        <p:nvCxnSpPr>
          <p:cNvPr id="310" name="Google Shape;310;p144"/>
          <p:cNvCxnSpPr/>
          <p:nvPr/>
        </p:nvCxnSpPr>
        <p:spPr>
          <a:xfrm>
            <a:off x="1451349" y="536317"/>
            <a:ext cx="7522500" cy="0"/>
          </a:xfrm>
          <a:prstGeom prst="straightConnector1">
            <a:avLst/>
          </a:prstGeom>
          <a:noFill/>
          <a:ln cap="flat" cmpd="sng" w="25400">
            <a:solidFill>
              <a:schemeClr val="lt1"/>
            </a:solidFill>
            <a:prstDash val="solid"/>
            <a:miter lim="400000"/>
            <a:headEnd len="sm" w="sm" type="none"/>
            <a:tailEnd len="sm" w="sm" type="none"/>
          </a:ln>
        </p:spPr>
      </p:cxnSp>
      <p:pic>
        <p:nvPicPr>
          <p:cNvPr id="311" name="Google Shape;311;p144"/>
          <p:cNvPicPr preferRelativeResize="0"/>
          <p:nvPr/>
        </p:nvPicPr>
        <p:blipFill rotWithShape="1">
          <a:blip r:embed="rId4">
            <a:alphaModFix/>
          </a:blip>
          <a:srcRect b="0" l="0" r="0" t="0"/>
          <a:stretch/>
        </p:blipFill>
        <p:spPr>
          <a:xfrm>
            <a:off x="204727" y="164306"/>
            <a:ext cx="1054351" cy="223914"/>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Option 3">
  <p:cSld name="Divider Option 3">
    <p:spTree>
      <p:nvGrpSpPr>
        <p:cNvPr id="312" name="Shape 312"/>
        <p:cNvGrpSpPr/>
        <p:nvPr/>
      </p:nvGrpSpPr>
      <p:grpSpPr>
        <a:xfrm>
          <a:off x="0" y="0"/>
          <a:ext cx="0" cy="0"/>
          <a:chOff x="0" y="0"/>
          <a:chExt cx="0" cy="0"/>
        </a:xfrm>
      </p:grpSpPr>
      <p:pic>
        <p:nvPicPr>
          <p:cNvPr id="313" name="Google Shape;313;p145"/>
          <p:cNvPicPr preferRelativeResize="0"/>
          <p:nvPr/>
        </p:nvPicPr>
        <p:blipFill rotWithShape="1">
          <a:blip r:embed="rId2">
            <a:alphaModFix/>
          </a:blip>
          <a:srcRect b="-4" l="0" r="-30" t="0"/>
          <a:stretch/>
        </p:blipFill>
        <p:spPr>
          <a:xfrm>
            <a:off x="0" y="-6724"/>
            <a:ext cx="9143999" cy="5143500"/>
          </a:xfrm>
          <a:prstGeom prst="rect">
            <a:avLst/>
          </a:prstGeom>
          <a:noFill/>
          <a:ln>
            <a:noFill/>
          </a:ln>
        </p:spPr>
      </p:pic>
      <p:sp>
        <p:nvSpPr>
          <p:cNvPr id="314" name="Google Shape;314;p145"/>
          <p:cNvSpPr/>
          <p:nvPr/>
        </p:nvSpPr>
        <p:spPr>
          <a:xfrm>
            <a:off x="0" y="-6723"/>
            <a:ext cx="9144000" cy="5143500"/>
          </a:xfrm>
          <a:prstGeom prst="rect">
            <a:avLst/>
          </a:prstGeom>
          <a:solidFill>
            <a:schemeClr val="dk1">
              <a:alpha val="45490"/>
            </a:schemeClr>
          </a:solidFill>
          <a:ln>
            <a:noFill/>
          </a:ln>
          <a:effectLst>
            <a:outerShdw blurRad="38100" rotWithShape="0" dir="5400000" dist="25400">
              <a:srgbClr val="000000">
                <a:alpha val="49411"/>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Arial"/>
              <a:ea typeface="Arial"/>
              <a:cs typeface="Arial"/>
              <a:sym typeface="Arial"/>
            </a:endParaRPr>
          </a:p>
        </p:txBody>
      </p:sp>
      <p:pic>
        <p:nvPicPr>
          <p:cNvPr id="315" name="Google Shape;315;p145"/>
          <p:cNvPicPr preferRelativeResize="0"/>
          <p:nvPr/>
        </p:nvPicPr>
        <p:blipFill rotWithShape="1">
          <a:blip r:embed="rId3">
            <a:alphaModFix/>
          </a:blip>
          <a:srcRect b="0" l="0" r="0" t="0"/>
          <a:stretch/>
        </p:blipFill>
        <p:spPr>
          <a:xfrm>
            <a:off x="520965" y="800103"/>
            <a:ext cx="8041488" cy="3570193"/>
          </a:xfrm>
          <a:prstGeom prst="rect">
            <a:avLst/>
          </a:prstGeom>
          <a:noFill/>
          <a:ln>
            <a:noFill/>
          </a:ln>
        </p:spPr>
      </p:pic>
      <p:sp>
        <p:nvSpPr>
          <p:cNvPr id="316" name="Google Shape;316;p145"/>
          <p:cNvSpPr txBox="1"/>
          <p:nvPr>
            <p:ph idx="12" type="sldNum"/>
          </p:nvPr>
        </p:nvSpPr>
        <p:spPr>
          <a:xfrm>
            <a:off x="246188" y="4767263"/>
            <a:ext cx="2057400" cy="273900"/>
          </a:xfrm>
          <a:prstGeom prst="rect">
            <a:avLst/>
          </a:prstGeom>
          <a:noFill/>
          <a:ln>
            <a:noFill/>
          </a:ln>
        </p:spPr>
        <p:txBody>
          <a:bodyPr anchorCtr="0" anchor="ctr" bIns="17150" lIns="34275" spcFirstLastPara="1" rIns="34275" wrap="square" tIns="17150">
            <a:noAutofit/>
          </a:bodyPr>
          <a:lstStyle>
            <a:lvl1pPr indent="0" lvl="0"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1pPr>
            <a:lvl2pPr indent="0" lvl="1"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2pPr>
            <a:lvl3pPr indent="0" lvl="2"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3pPr>
            <a:lvl4pPr indent="0" lvl="3"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4pPr>
            <a:lvl5pPr indent="0" lvl="4"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5pPr>
            <a:lvl6pPr indent="0" lvl="5"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6pPr>
            <a:lvl7pPr indent="0" lvl="6"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7pPr>
            <a:lvl8pPr indent="0" lvl="7"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8pPr>
            <a:lvl9pPr indent="0" lvl="8"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317" name="Google Shape;317;p145"/>
          <p:cNvSpPr txBox="1"/>
          <p:nvPr>
            <p:ph type="title"/>
          </p:nvPr>
        </p:nvSpPr>
        <p:spPr>
          <a:xfrm>
            <a:off x="1034546" y="1308926"/>
            <a:ext cx="4712400" cy="590100"/>
          </a:xfrm>
          <a:prstGeom prst="rect">
            <a:avLst/>
          </a:prstGeom>
          <a:noFill/>
          <a:ln>
            <a:noFill/>
          </a:ln>
        </p:spPr>
        <p:txBody>
          <a:bodyPr anchorCtr="0" anchor="t" bIns="17150" lIns="34275" spcFirstLastPara="1" rIns="34275" wrap="square" tIns="17150">
            <a:normAutofit/>
          </a:bodyPr>
          <a:lstStyle>
            <a:lvl1pPr lvl="0" marR="0" rtl="0" algn="l">
              <a:lnSpc>
                <a:spcPct val="100000"/>
              </a:lnSpc>
              <a:spcBef>
                <a:spcPts val="0"/>
              </a:spcBef>
              <a:spcAft>
                <a:spcPts val="0"/>
              </a:spcAft>
              <a:buClr>
                <a:schemeClr val="lt1"/>
              </a:buClr>
              <a:buSzPts val="3000"/>
              <a:buFont typeface="Arial"/>
              <a:buNone/>
              <a:defRPr b="1" i="0" sz="30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9pPr>
          </a:lstStyle>
          <a:p/>
        </p:txBody>
      </p:sp>
      <p:sp>
        <p:nvSpPr>
          <p:cNvPr id="318" name="Google Shape;318;p145"/>
          <p:cNvSpPr/>
          <p:nvPr/>
        </p:nvSpPr>
        <p:spPr>
          <a:xfrm>
            <a:off x="7186888" y="4987245"/>
            <a:ext cx="1781100" cy="1077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chemeClr val="lt1"/>
              </a:buClr>
              <a:buSzPts val="500"/>
              <a:buFont typeface="Arial"/>
              <a:buNone/>
            </a:pPr>
            <a:r>
              <a:rPr b="0" i="0" lang="en-US" sz="500" u="none" cap="none" strike="noStrike">
                <a:solidFill>
                  <a:schemeClr val="lt1"/>
                </a:solidFill>
                <a:latin typeface="Arial"/>
                <a:ea typeface="Arial"/>
                <a:cs typeface="Arial"/>
                <a:sym typeface="Arial"/>
              </a:rPr>
              <a:t>Copyright © Ocean Network Express Pte. Ltd. All Rights Reserved</a:t>
            </a:r>
            <a:endParaRPr b="0" i="0" sz="500" u="none" cap="none" strike="noStrike">
              <a:solidFill>
                <a:srgbClr val="000000"/>
              </a:solidFill>
              <a:latin typeface="Arial"/>
              <a:ea typeface="Arial"/>
              <a:cs typeface="Arial"/>
              <a:sym typeface="Arial"/>
            </a:endParaRPr>
          </a:p>
        </p:txBody>
      </p:sp>
      <p:cxnSp>
        <p:nvCxnSpPr>
          <p:cNvPr id="319" name="Google Shape;319;p145"/>
          <p:cNvCxnSpPr/>
          <p:nvPr/>
        </p:nvCxnSpPr>
        <p:spPr>
          <a:xfrm>
            <a:off x="204672" y="536317"/>
            <a:ext cx="1188900" cy="0"/>
          </a:xfrm>
          <a:prstGeom prst="straightConnector1">
            <a:avLst/>
          </a:prstGeom>
          <a:noFill/>
          <a:ln cap="flat" cmpd="sng" w="25400">
            <a:solidFill>
              <a:schemeClr val="lt1"/>
            </a:solidFill>
            <a:prstDash val="solid"/>
            <a:miter lim="400000"/>
            <a:headEnd len="sm" w="sm" type="none"/>
            <a:tailEnd len="sm" w="sm" type="none"/>
          </a:ln>
        </p:spPr>
      </p:cxnSp>
      <p:cxnSp>
        <p:nvCxnSpPr>
          <p:cNvPr id="320" name="Google Shape;320;p145"/>
          <p:cNvCxnSpPr/>
          <p:nvPr/>
        </p:nvCxnSpPr>
        <p:spPr>
          <a:xfrm>
            <a:off x="1451349" y="536317"/>
            <a:ext cx="7522500" cy="0"/>
          </a:xfrm>
          <a:prstGeom prst="straightConnector1">
            <a:avLst/>
          </a:prstGeom>
          <a:noFill/>
          <a:ln cap="flat" cmpd="sng" w="25400">
            <a:solidFill>
              <a:schemeClr val="lt1"/>
            </a:solidFill>
            <a:prstDash val="solid"/>
            <a:miter lim="400000"/>
            <a:headEnd len="sm" w="sm" type="none"/>
            <a:tailEnd len="sm" w="sm" type="none"/>
          </a:ln>
        </p:spPr>
      </p:cxnSp>
      <p:pic>
        <p:nvPicPr>
          <p:cNvPr id="321" name="Google Shape;321;p145"/>
          <p:cNvPicPr preferRelativeResize="0"/>
          <p:nvPr/>
        </p:nvPicPr>
        <p:blipFill rotWithShape="1">
          <a:blip r:embed="rId4">
            <a:alphaModFix/>
          </a:blip>
          <a:srcRect b="0" l="0" r="0" t="0"/>
          <a:stretch/>
        </p:blipFill>
        <p:spPr>
          <a:xfrm>
            <a:off x="204727" y="164306"/>
            <a:ext cx="1054351" cy="223914"/>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Option 4">
  <p:cSld name="Divider Option 4">
    <p:spTree>
      <p:nvGrpSpPr>
        <p:cNvPr id="322" name="Shape 322"/>
        <p:cNvGrpSpPr/>
        <p:nvPr/>
      </p:nvGrpSpPr>
      <p:grpSpPr>
        <a:xfrm>
          <a:off x="0" y="0"/>
          <a:ext cx="0" cy="0"/>
          <a:chOff x="0" y="0"/>
          <a:chExt cx="0" cy="0"/>
        </a:xfrm>
      </p:grpSpPr>
      <p:pic>
        <p:nvPicPr>
          <p:cNvPr id="323" name="Google Shape;323;p146"/>
          <p:cNvPicPr preferRelativeResize="0"/>
          <p:nvPr/>
        </p:nvPicPr>
        <p:blipFill rotWithShape="1">
          <a:blip r:embed="rId2">
            <a:alphaModFix/>
          </a:blip>
          <a:srcRect b="0" l="0" r="2" t="0"/>
          <a:stretch/>
        </p:blipFill>
        <p:spPr>
          <a:xfrm>
            <a:off x="0" y="-17578"/>
            <a:ext cx="9143999" cy="5167382"/>
          </a:xfrm>
          <a:prstGeom prst="rect">
            <a:avLst/>
          </a:prstGeom>
          <a:noFill/>
          <a:ln>
            <a:noFill/>
          </a:ln>
        </p:spPr>
      </p:pic>
      <p:sp>
        <p:nvSpPr>
          <p:cNvPr id="324" name="Google Shape;324;p146"/>
          <p:cNvSpPr/>
          <p:nvPr/>
        </p:nvSpPr>
        <p:spPr>
          <a:xfrm>
            <a:off x="0" y="-6723"/>
            <a:ext cx="9144000" cy="5143500"/>
          </a:xfrm>
          <a:prstGeom prst="rect">
            <a:avLst/>
          </a:prstGeom>
          <a:solidFill>
            <a:schemeClr val="dk1">
              <a:alpha val="45490"/>
            </a:schemeClr>
          </a:solidFill>
          <a:ln>
            <a:noFill/>
          </a:ln>
          <a:effectLst>
            <a:outerShdw blurRad="38100" rotWithShape="0" dir="5400000" dist="25400">
              <a:srgbClr val="000000">
                <a:alpha val="49411"/>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FFFFFF"/>
              </a:solidFill>
              <a:latin typeface="Arial"/>
              <a:ea typeface="Arial"/>
              <a:cs typeface="Arial"/>
              <a:sym typeface="Arial"/>
            </a:endParaRPr>
          </a:p>
        </p:txBody>
      </p:sp>
      <p:pic>
        <p:nvPicPr>
          <p:cNvPr id="325" name="Google Shape;325;p146"/>
          <p:cNvPicPr preferRelativeResize="0"/>
          <p:nvPr/>
        </p:nvPicPr>
        <p:blipFill rotWithShape="1">
          <a:blip r:embed="rId3">
            <a:alphaModFix/>
          </a:blip>
          <a:srcRect b="0" l="0" r="0" t="0"/>
          <a:stretch/>
        </p:blipFill>
        <p:spPr>
          <a:xfrm>
            <a:off x="520965" y="800103"/>
            <a:ext cx="8041488" cy="3570193"/>
          </a:xfrm>
          <a:prstGeom prst="rect">
            <a:avLst/>
          </a:prstGeom>
          <a:noFill/>
          <a:ln>
            <a:noFill/>
          </a:ln>
        </p:spPr>
      </p:pic>
      <p:sp>
        <p:nvSpPr>
          <p:cNvPr id="326" name="Google Shape;326;p146"/>
          <p:cNvSpPr txBox="1"/>
          <p:nvPr>
            <p:ph idx="12" type="sldNum"/>
          </p:nvPr>
        </p:nvSpPr>
        <p:spPr>
          <a:xfrm>
            <a:off x="246188" y="4767263"/>
            <a:ext cx="2057400" cy="273900"/>
          </a:xfrm>
          <a:prstGeom prst="rect">
            <a:avLst/>
          </a:prstGeom>
          <a:noFill/>
          <a:ln>
            <a:noFill/>
          </a:ln>
        </p:spPr>
        <p:txBody>
          <a:bodyPr anchorCtr="0" anchor="ctr" bIns="17150" lIns="34275" spcFirstLastPara="1" rIns="34275" wrap="square" tIns="17150">
            <a:noAutofit/>
          </a:bodyPr>
          <a:lstStyle>
            <a:lvl1pPr indent="0" lvl="0"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1pPr>
            <a:lvl2pPr indent="0" lvl="1"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2pPr>
            <a:lvl3pPr indent="0" lvl="2"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3pPr>
            <a:lvl4pPr indent="0" lvl="3"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4pPr>
            <a:lvl5pPr indent="0" lvl="4"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5pPr>
            <a:lvl6pPr indent="0" lvl="5"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6pPr>
            <a:lvl7pPr indent="0" lvl="6"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7pPr>
            <a:lvl8pPr indent="0" lvl="7"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8pPr>
            <a:lvl9pPr indent="0" lvl="8" marL="0" marR="0" rtl="0" algn="l">
              <a:lnSpc>
                <a:spcPct val="100000"/>
              </a:lnSpc>
              <a:spcBef>
                <a:spcPts val="0"/>
              </a:spcBef>
              <a:spcAft>
                <a:spcPts val="0"/>
              </a:spcAft>
              <a:buClr>
                <a:schemeClr val="lt1"/>
              </a:buClr>
              <a:buSzPts val="500"/>
              <a:buFont typeface="Arial"/>
              <a:buNone/>
              <a:defRPr b="0" i="0" sz="500" u="none" cap="none" strike="noStrik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327" name="Google Shape;327;p146"/>
          <p:cNvSpPr txBox="1"/>
          <p:nvPr>
            <p:ph type="title"/>
          </p:nvPr>
        </p:nvSpPr>
        <p:spPr>
          <a:xfrm>
            <a:off x="1034546" y="1308926"/>
            <a:ext cx="4712400" cy="590100"/>
          </a:xfrm>
          <a:prstGeom prst="rect">
            <a:avLst/>
          </a:prstGeom>
          <a:noFill/>
          <a:ln>
            <a:noFill/>
          </a:ln>
        </p:spPr>
        <p:txBody>
          <a:bodyPr anchorCtr="0" anchor="t" bIns="17150" lIns="34275" spcFirstLastPara="1" rIns="34275" wrap="square" tIns="17150">
            <a:normAutofit/>
          </a:bodyPr>
          <a:lstStyle>
            <a:lvl1pPr lvl="0" marR="0" rtl="0" algn="l">
              <a:lnSpc>
                <a:spcPct val="100000"/>
              </a:lnSpc>
              <a:spcBef>
                <a:spcPts val="0"/>
              </a:spcBef>
              <a:spcAft>
                <a:spcPts val="0"/>
              </a:spcAft>
              <a:buClr>
                <a:schemeClr val="lt1"/>
              </a:buClr>
              <a:buSzPts val="3000"/>
              <a:buFont typeface="Arial"/>
              <a:buNone/>
              <a:defRPr b="1" i="0" sz="30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9pPr>
          </a:lstStyle>
          <a:p/>
        </p:txBody>
      </p:sp>
      <p:sp>
        <p:nvSpPr>
          <p:cNvPr id="328" name="Google Shape;328;p146"/>
          <p:cNvSpPr/>
          <p:nvPr/>
        </p:nvSpPr>
        <p:spPr>
          <a:xfrm>
            <a:off x="7186888" y="4987245"/>
            <a:ext cx="1781100" cy="1077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chemeClr val="lt1"/>
              </a:buClr>
              <a:buSzPts val="500"/>
              <a:buFont typeface="Arial"/>
              <a:buNone/>
            </a:pPr>
            <a:r>
              <a:rPr b="0" i="0" lang="en-US" sz="500" u="none" cap="none" strike="noStrike">
                <a:solidFill>
                  <a:schemeClr val="lt1"/>
                </a:solidFill>
                <a:latin typeface="Arial"/>
                <a:ea typeface="Arial"/>
                <a:cs typeface="Arial"/>
                <a:sym typeface="Arial"/>
              </a:rPr>
              <a:t>Copyright © Ocean Network Express Pte. Ltd. All Rights Reserved</a:t>
            </a:r>
            <a:endParaRPr b="0" i="0" sz="500" u="none" cap="none" strike="noStrike">
              <a:solidFill>
                <a:srgbClr val="000000"/>
              </a:solidFill>
              <a:latin typeface="Arial"/>
              <a:ea typeface="Arial"/>
              <a:cs typeface="Arial"/>
              <a:sym typeface="Arial"/>
            </a:endParaRPr>
          </a:p>
        </p:txBody>
      </p:sp>
      <p:cxnSp>
        <p:nvCxnSpPr>
          <p:cNvPr id="329" name="Google Shape;329;p146"/>
          <p:cNvCxnSpPr/>
          <p:nvPr/>
        </p:nvCxnSpPr>
        <p:spPr>
          <a:xfrm>
            <a:off x="204672" y="536317"/>
            <a:ext cx="1188900" cy="0"/>
          </a:xfrm>
          <a:prstGeom prst="straightConnector1">
            <a:avLst/>
          </a:prstGeom>
          <a:noFill/>
          <a:ln cap="flat" cmpd="sng" w="25400">
            <a:solidFill>
              <a:schemeClr val="lt1"/>
            </a:solidFill>
            <a:prstDash val="solid"/>
            <a:miter lim="400000"/>
            <a:headEnd len="sm" w="sm" type="none"/>
            <a:tailEnd len="sm" w="sm" type="none"/>
          </a:ln>
        </p:spPr>
      </p:cxnSp>
      <p:cxnSp>
        <p:nvCxnSpPr>
          <p:cNvPr id="330" name="Google Shape;330;p146"/>
          <p:cNvCxnSpPr/>
          <p:nvPr/>
        </p:nvCxnSpPr>
        <p:spPr>
          <a:xfrm>
            <a:off x="1451349" y="536317"/>
            <a:ext cx="7522500" cy="0"/>
          </a:xfrm>
          <a:prstGeom prst="straightConnector1">
            <a:avLst/>
          </a:prstGeom>
          <a:noFill/>
          <a:ln cap="flat" cmpd="sng" w="25400">
            <a:solidFill>
              <a:schemeClr val="lt1"/>
            </a:solidFill>
            <a:prstDash val="solid"/>
            <a:miter lim="400000"/>
            <a:headEnd len="sm" w="sm" type="none"/>
            <a:tailEnd len="sm" w="sm" type="none"/>
          </a:ln>
        </p:spPr>
      </p:cxnSp>
      <p:pic>
        <p:nvPicPr>
          <p:cNvPr id="331" name="Google Shape;331;p146"/>
          <p:cNvPicPr preferRelativeResize="0"/>
          <p:nvPr/>
        </p:nvPicPr>
        <p:blipFill rotWithShape="1">
          <a:blip r:embed="rId4">
            <a:alphaModFix/>
          </a:blip>
          <a:srcRect b="0" l="0" r="0" t="0"/>
          <a:stretch/>
        </p:blipFill>
        <p:spPr>
          <a:xfrm>
            <a:off x="204727" y="164306"/>
            <a:ext cx="1054351" cy="223914"/>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Slide">
  <p:cSld name="Contents Slide">
    <p:spTree>
      <p:nvGrpSpPr>
        <p:cNvPr id="332" name="Shape 332"/>
        <p:cNvGrpSpPr/>
        <p:nvPr/>
      </p:nvGrpSpPr>
      <p:grpSpPr>
        <a:xfrm>
          <a:off x="0" y="0"/>
          <a:ext cx="0" cy="0"/>
          <a:chOff x="0" y="0"/>
          <a:chExt cx="0" cy="0"/>
        </a:xfrm>
      </p:grpSpPr>
      <p:sp>
        <p:nvSpPr>
          <p:cNvPr id="333" name="Google Shape;333;p147"/>
          <p:cNvSpPr txBox="1"/>
          <p:nvPr>
            <p:ph idx="1" type="body"/>
          </p:nvPr>
        </p:nvSpPr>
        <p:spPr>
          <a:xfrm>
            <a:off x="320144" y="732927"/>
            <a:ext cx="8499900" cy="521700"/>
          </a:xfrm>
          <a:prstGeom prst="rect">
            <a:avLst/>
          </a:prstGeom>
          <a:noFill/>
          <a:ln>
            <a:noFill/>
          </a:ln>
        </p:spPr>
        <p:txBody>
          <a:bodyPr anchorCtr="0" anchor="t" bIns="79125" lIns="79125" spcFirstLastPara="1" rIns="79125" wrap="square" tIns="79125">
            <a:noAutofit/>
          </a:bodyPr>
          <a:lstStyle>
            <a:lvl1pPr indent="-228600" lvl="0" marL="457200" marR="0" rtl="0" algn="l">
              <a:lnSpc>
                <a:spcPct val="100000"/>
              </a:lnSpc>
              <a:spcBef>
                <a:spcPts val="1100"/>
              </a:spcBef>
              <a:spcAft>
                <a:spcPts val="0"/>
              </a:spcAft>
              <a:buClr>
                <a:srgbClr val="BF0B6C"/>
              </a:buClr>
              <a:buSzPts val="1500"/>
              <a:buFont typeface="Arial"/>
              <a:buNone/>
              <a:defRPr b="0" i="0" sz="1600" u="none" cap="none" strike="noStrike">
                <a:solidFill>
                  <a:srgbClr val="BF0B6C"/>
                </a:solidFill>
                <a:latin typeface="Arial"/>
                <a:ea typeface="Arial"/>
                <a:cs typeface="Arial"/>
                <a:sym typeface="Arial"/>
              </a:defRPr>
            </a:lvl1pPr>
            <a:lvl2pPr indent="-311150" lvl="1" marL="914400" marR="0" rtl="0" algn="l">
              <a:lnSpc>
                <a:spcPct val="100000"/>
              </a:lnSpc>
              <a:spcBef>
                <a:spcPts val="500"/>
              </a:spcBef>
              <a:spcAft>
                <a:spcPts val="0"/>
              </a:spcAft>
              <a:buClr>
                <a:srgbClr val="BF0B6C"/>
              </a:buClr>
              <a:buSzPts val="1300"/>
              <a:buFont typeface="Arial"/>
              <a:buChar char="-"/>
              <a:defRPr b="0" i="0" sz="1400" u="none" cap="none" strike="noStrike">
                <a:solidFill>
                  <a:schemeClr val="dk2"/>
                </a:solidFill>
                <a:latin typeface="Arial"/>
                <a:ea typeface="Arial"/>
                <a:cs typeface="Arial"/>
                <a:sym typeface="Arial"/>
              </a:defRPr>
            </a:lvl2pPr>
            <a:lvl3pPr indent="-311150" lvl="2" marL="1371600" marR="0" rtl="0" algn="l">
              <a:lnSpc>
                <a:spcPct val="100000"/>
              </a:lnSpc>
              <a:spcBef>
                <a:spcPts val="500"/>
              </a:spcBef>
              <a:spcAft>
                <a:spcPts val="0"/>
              </a:spcAft>
              <a:buClr>
                <a:schemeClr val="dk1"/>
              </a:buClr>
              <a:buSzPts val="1300"/>
              <a:buFont typeface="Arial"/>
              <a:buChar char="•"/>
              <a:defRPr b="0" i="0" sz="1400" u="none" cap="none" strike="noStrike">
                <a:solidFill>
                  <a:schemeClr val="dk2"/>
                </a:solidFill>
                <a:latin typeface="Arial"/>
                <a:ea typeface="Arial"/>
                <a:cs typeface="Arial"/>
                <a:sym typeface="Arial"/>
              </a:defRPr>
            </a:lvl3pPr>
            <a:lvl4pPr indent="-285750" lvl="3" marL="1828800" marR="0" rtl="0" algn="l">
              <a:lnSpc>
                <a:spcPct val="120000"/>
              </a:lnSpc>
              <a:spcBef>
                <a:spcPts val="0"/>
              </a:spcBef>
              <a:spcAft>
                <a:spcPts val="0"/>
              </a:spcAft>
              <a:buClr>
                <a:schemeClr val="lt2"/>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rtl="0" algn="l">
              <a:lnSpc>
                <a:spcPct val="120000"/>
              </a:lnSpc>
              <a:spcBef>
                <a:spcPts val="400"/>
              </a:spcBef>
              <a:spcAft>
                <a:spcPts val="0"/>
              </a:spcAft>
              <a:buClr>
                <a:schemeClr val="lt2"/>
              </a:buClr>
              <a:buSzPts val="900"/>
              <a:buFont typeface="Merriweather Sans"/>
              <a:buChar char="-"/>
              <a:defRPr b="0" i="0" sz="900" u="none" cap="none" strike="noStrike">
                <a:solidFill>
                  <a:schemeClr val="dk1"/>
                </a:solidFill>
                <a:latin typeface="Arial"/>
                <a:ea typeface="Arial"/>
                <a:cs typeface="Arial"/>
                <a:sym typeface="Arial"/>
              </a:defRPr>
            </a:lvl5pPr>
            <a:lvl6pPr indent="-311150" lvl="5" marL="2743200" marR="0" rtl="0" algn="l">
              <a:lnSpc>
                <a:spcPct val="100000"/>
              </a:lnSpc>
              <a:spcBef>
                <a:spcPts val="400"/>
              </a:spcBef>
              <a:spcAft>
                <a:spcPts val="0"/>
              </a:spcAft>
              <a:buClr>
                <a:schemeClr val="dk1"/>
              </a:buClr>
              <a:buSzPts val="1300"/>
              <a:buFont typeface="Arial"/>
              <a:buChar char="•"/>
              <a:defRPr b="0" i="0" sz="1300" u="none" cap="none" strike="noStrike">
                <a:solidFill>
                  <a:schemeClr val="dk1"/>
                </a:solidFill>
                <a:latin typeface="Century Gothic"/>
                <a:ea typeface="Century Gothic"/>
                <a:cs typeface="Century Gothic"/>
                <a:sym typeface="Century Gothic"/>
              </a:defRPr>
            </a:lvl6pPr>
            <a:lvl7pPr indent="-311150" lvl="6" marL="3200400" marR="0" rtl="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entury Gothic"/>
                <a:ea typeface="Century Gothic"/>
                <a:cs typeface="Century Gothic"/>
                <a:sym typeface="Century Gothic"/>
              </a:defRPr>
            </a:lvl7pPr>
            <a:lvl8pPr indent="-311150" lvl="7" marL="3657600" marR="0" rtl="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entury Gothic"/>
                <a:ea typeface="Century Gothic"/>
                <a:cs typeface="Century Gothic"/>
                <a:sym typeface="Century Gothic"/>
              </a:defRPr>
            </a:lvl8pPr>
            <a:lvl9pPr indent="-311150" lvl="8" marL="4114800" marR="0" rtl="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entury Gothic"/>
                <a:ea typeface="Century Gothic"/>
                <a:cs typeface="Century Gothic"/>
                <a:sym typeface="Century Gothic"/>
              </a:defRPr>
            </a:lvl9pPr>
          </a:lstStyle>
          <a:p/>
        </p:txBody>
      </p:sp>
      <p:sp>
        <p:nvSpPr>
          <p:cNvPr id="334" name="Google Shape;334;p147"/>
          <p:cNvSpPr txBox="1"/>
          <p:nvPr>
            <p:ph idx="12" type="sldNum"/>
          </p:nvPr>
        </p:nvSpPr>
        <p:spPr>
          <a:xfrm>
            <a:off x="6992079" y="4985658"/>
            <a:ext cx="2133600" cy="147300"/>
          </a:xfrm>
          <a:prstGeom prst="rect">
            <a:avLst/>
          </a:prstGeom>
          <a:noFill/>
          <a:ln>
            <a:noFill/>
          </a:ln>
        </p:spPr>
        <p:txBody>
          <a:bodyPr anchorCtr="0" anchor="ctr" bIns="39550" lIns="79125" spcFirstLastPara="1" rIns="79125" wrap="square" tIns="39550">
            <a:noAutofit/>
          </a:bodyPr>
          <a:lstStyle>
            <a:lvl1pPr indent="0" lvl="0" marL="0" marR="0" rtl="0" algn="r">
              <a:lnSpc>
                <a:spcPct val="100000"/>
              </a:lnSpc>
              <a:spcBef>
                <a:spcPts val="0"/>
              </a:spcBef>
              <a:spcAft>
                <a:spcPts val="0"/>
              </a:spcAft>
              <a:buClr>
                <a:srgbClr val="463D00"/>
              </a:buClr>
              <a:buSzPts val="1100"/>
              <a:buFont typeface="Arial"/>
              <a:buNone/>
              <a:defRPr b="0" i="0" sz="1100" u="none" cap="none" strike="noStrike">
                <a:solidFill>
                  <a:srgbClr val="463D00"/>
                </a:solidFill>
                <a:latin typeface="Arial"/>
                <a:ea typeface="Arial"/>
                <a:cs typeface="Arial"/>
                <a:sym typeface="Arial"/>
              </a:defRPr>
            </a:lvl1pPr>
            <a:lvl2pPr indent="0" lvl="1" marL="0" marR="0" rtl="0" algn="r">
              <a:lnSpc>
                <a:spcPct val="100000"/>
              </a:lnSpc>
              <a:spcBef>
                <a:spcPts val="0"/>
              </a:spcBef>
              <a:spcAft>
                <a:spcPts val="0"/>
              </a:spcAft>
              <a:buClr>
                <a:srgbClr val="463D00"/>
              </a:buClr>
              <a:buSzPts val="1100"/>
              <a:buFont typeface="Arial"/>
              <a:buNone/>
              <a:defRPr b="0" i="0" sz="1100" u="none" cap="none" strike="noStrike">
                <a:solidFill>
                  <a:srgbClr val="463D00"/>
                </a:solidFill>
                <a:latin typeface="Arial"/>
                <a:ea typeface="Arial"/>
                <a:cs typeface="Arial"/>
                <a:sym typeface="Arial"/>
              </a:defRPr>
            </a:lvl2pPr>
            <a:lvl3pPr indent="0" lvl="2" marL="0" marR="0" rtl="0" algn="r">
              <a:lnSpc>
                <a:spcPct val="100000"/>
              </a:lnSpc>
              <a:spcBef>
                <a:spcPts val="0"/>
              </a:spcBef>
              <a:spcAft>
                <a:spcPts val="0"/>
              </a:spcAft>
              <a:buClr>
                <a:srgbClr val="463D00"/>
              </a:buClr>
              <a:buSzPts val="1100"/>
              <a:buFont typeface="Arial"/>
              <a:buNone/>
              <a:defRPr b="0" i="0" sz="1100" u="none" cap="none" strike="noStrike">
                <a:solidFill>
                  <a:srgbClr val="463D00"/>
                </a:solidFill>
                <a:latin typeface="Arial"/>
                <a:ea typeface="Arial"/>
                <a:cs typeface="Arial"/>
                <a:sym typeface="Arial"/>
              </a:defRPr>
            </a:lvl3pPr>
            <a:lvl4pPr indent="0" lvl="3" marL="0" marR="0" rtl="0" algn="r">
              <a:lnSpc>
                <a:spcPct val="100000"/>
              </a:lnSpc>
              <a:spcBef>
                <a:spcPts val="0"/>
              </a:spcBef>
              <a:spcAft>
                <a:spcPts val="0"/>
              </a:spcAft>
              <a:buClr>
                <a:srgbClr val="463D00"/>
              </a:buClr>
              <a:buSzPts val="1100"/>
              <a:buFont typeface="Arial"/>
              <a:buNone/>
              <a:defRPr b="0" i="0" sz="1100" u="none" cap="none" strike="noStrike">
                <a:solidFill>
                  <a:srgbClr val="463D00"/>
                </a:solidFill>
                <a:latin typeface="Arial"/>
                <a:ea typeface="Arial"/>
                <a:cs typeface="Arial"/>
                <a:sym typeface="Arial"/>
              </a:defRPr>
            </a:lvl4pPr>
            <a:lvl5pPr indent="0" lvl="4" marL="0" marR="0" rtl="0" algn="r">
              <a:lnSpc>
                <a:spcPct val="100000"/>
              </a:lnSpc>
              <a:spcBef>
                <a:spcPts val="0"/>
              </a:spcBef>
              <a:spcAft>
                <a:spcPts val="0"/>
              </a:spcAft>
              <a:buClr>
                <a:srgbClr val="463D00"/>
              </a:buClr>
              <a:buSzPts val="1100"/>
              <a:buFont typeface="Arial"/>
              <a:buNone/>
              <a:defRPr b="0" i="0" sz="1100" u="none" cap="none" strike="noStrike">
                <a:solidFill>
                  <a:srgbClr val="463D00"/>
                </a:solidFill>
                <a:latin typeface="Arial"/>
                <a:ea typeface="Arial"/>
                <a:cs typeface="Arial"/>
                <a:sym typeface="Arial"/>
              </a:defRPr>
            </a:lvl5pPr>
            <a:lvl6pPr indent="0" lvl="5" marL="0" marR="0" rtl="0" algn="r">
              <a:lnSpc>
                <a:spcPct val="100000"/>
              </a:lnSpc>
              <a:spcBef>
                <a:spcPts val="0"/>
              </a:spcBef>
              <a:spcAft>
                <a:spcPts val="0"/>
              </a:spcAft>
              <a:buClr>
                <a:srgbClr val="463D00"/>
              </a:buClr>
              <a:buSzPts val="1100"/>
              <a:buFont typeface="Arial"/>
              <a:buNone/>
              <a:defRPr b="0" i="0" sz="1100" u="none" cap="none" strike="noStrike">
                <a:solidFill>
                  <a:srgbClr val="463D00"/>
                </a:solidFill>
                <a:latin typeface="Arial"/>
                <a:ea typeface="Arial"/>
                <a:cs typeface="Arial"/>
                <a:sym typeface="Arial"/>
              </a:defRPr>
            </a:lvl6pPr>
            <a:lvl7pPr indent="0" lvl="6" marL="0" marR="0" rtl="0" algn="r">
              <a:lnSpc>
                <a:spcPct val="100000"/>
              </a:lnSpc>
              <a:spcBef>
                <a:spcPts val="0"/>
              </a:spcBef>
              <a:spcAft>
                <a:spcPts val="0"/>
              </a:spcAft>
              <a:buClr>
                <a:srgbClr val="463D00"/>
              </a:buClr>
              <a:buSzPts val="1100"/>
              <a:buFont typeface="Arial"/>
              <a:buNone/>
              <a:defRPr b="0" i="0" sz="1100" u="none" cap="none" strike="noStrike">
                <a:solidFill>
                  <a:srgbClr val="463D00"/>
                </a:solidFill>
                <a:latin typeface="Arial"/>
                <a:ea typeface="Arial"/>
                <a:cs typeface="Arial"/>
                <a:sym typeface="Arial"/>
              </a:defRPr>
            </a:lvl7pPr>
            <a:lvl8pPr indent="0" lvl="7" marL="0" marR="0" rtl="0" algn="r">
              <a:lnSpc>
                <a:spcPct val="100000"/>
              </a:lnSpc>
              <a:spcBef>
                <a:spcPts val="0"/>
              </a:spcBef>
              <a:spcAft>
                <a:spcPts val="0"/>
              </a:spcAft>
              <a:buClr>
                <a:srgbClr val="463D00"/>
              </a:buClr>
              <a:buSzPts val="1100"/>
              <a:buFont typeface="Arial"/>
              <a:buNone/>
              <a:defRPr b="0" i="0" sz="1100" u="none" cap="none" strike="noStrike">
                <a:solidFill>
                  <a:srgbClr val="463D00"/>
                </a:solidFill>
                <a:latin typeface="Arial"/>
                <a:ea typeface="Arial"/>
                <a:cs typeface="Arial"/>
                <a:sym typeface="Arial"/>
              </a:defRPr>
            </a:lvl8pPr>
            <a:lvl9pPr indent="0" lvl="8" marL="0" marR="0" rtl="0" algn="r">
              <a:lnSpc>
                <a:spcPct val="100000"/>
              </a:lnSpc>
              <a:spcBef>
                <a:spcPts val="0"/>
              </a:spcBef>
              <a:spcAft>
                <a:spcPts val="0"/>
              </a:spcAft>
              <a:buClr>
                <a:srgbClr val="463D00"/>
              </a:buClr>
              <a:buSzPts val="1100"/>
              <a:buFont typeface="Arial"/>
              <a:buNone/>
              <a:defRPr b="0" i="0" sz="1100" u="none" cap="none" strike="noStrike">
                <a:solidFill>
                  <a:srgbClr val="463D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335" name="Google Shape;335;p147"/>
          <p:cNvSpPr txBox="1"/>
          <p:nvPr>
            <p:ph type="title"/>
          </p:nvPr>
        </p:nvSpPr>
        <p:spPr>
          <a:xfrm>
            <a:off x="320146" y="281351"/>
            <a:ext cx="7098600" cy="403800"/>
          </a:xfrm>
          <a:prstGeom prst="rect">
            <a:avLst/>
          </a:prstGeom>
          <a:noFill/>
          <a:ln>
            <a:noFill/>
          </a:ln>
        </p:spPr>
        <p:txBody>
          <a:bodyPr anchorCtr="0" anchor="b" bIns="79125" lIns="79125" spcFirstLastPara="1" rIns="79125" wrap="square" tIns="79125">
            <a:noAutofit/>
          </a:bodyPr>
          <a:lstStyle>
            <a:lvl1pPr lvl="0" marR="0" rtl="0" algn="l">
              <a:lnSpc>
                <a:spcPct val="100000"/>
              </a:lnSpc>
              <a:spcBef>
                <a:spcPts val="0"/>
              </a:spcBef>
              <a:spcAft>
                <a:spcPts val="0"/>
              </a:spcAft>
              <a:buClr>
                <a:srgbClr val="000000"/>
              </a:buClr>
              <a:buSzPts val="2400"/>
              <a:buFont typeface="Arial"/>
              <a:buChar char="●"/>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600"/>
              <a:buFont typeface="Arial"/>
              <a:buChar char="○"/>
              <a:defRPr b="0" i="0" sz="12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600"/>
              <a:buFont typeface="Arial"/>
              <a:buChar char="■"/>
              <a:defRPr b="0" i="0" sz="12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600"/>
              <a:buFont typeface="Arial"/>
              <a:buChar char="●"/>
              <a:defRPr b="0" i="0" sz="12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600"/>
              <a:buFont typeface="Arial"/>
              <a:buChar char="○"/>
              <a:defRPr b="0" i="0" sz="12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600"/>
              <a:buFont typeface="Arial"/>
              <a:buChar char="■"/>
              <a:defRPr b="0" i="0" sz="12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600"/>
              <a:buFont typeface="Arial"/>
              <a:buChar char="●"/>
              <a:defRPr b="0" i="0" sz="12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600"/>
              <a:buFont typeface="Arial"/>
              <a:buChar char="○"/>
              <a:defRPr b="0" i="0" sz="12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600"/>
              <a:buFont typeface="Arial"/>
              <a:buChar char="■"/>
              <a:defRPr b="0" i="0" sz="1200" u="none" cap="none" strike="noStrike">
                <a:solidFill>
                  <a:srgbClr val="000000"/>
                </a:solidFill>
                <a:latin typeface="Arial"/>
                <a:ea typeface="Arial"/>
                <a:cs typeface="Arial"/>
                <a:sym typeface="Arial"/>
              </a:defRPr>
            </a:lvl9pPr>
          </a:lstStyle>
          <a:p/>
        </p:txBody>
      </p:sp>
      <p:sp>
        <p:nvSpPr>
          <p:cNvPr id="336" name="Google Shape;336;p147"/>
          <p:cNvSpPr txBox="1"/>
          <p:nvPr>
            <p:ph idx="2" type="body"/>
          </p:nvPr>
        </p:nvSpPr>
        <p:spPr>
          <a:xfrm>
            <a:off x="320144" y="1302423"/>
            <a:ext cx="8499900" cy="3581400"/>
          </a:xfrm>
          <a:prstGeom prst="rect">
            <a:avLst/>
          </a:prstGeom>
          <a:noFill/>
          <a:ln>
            <a:noFill/>
          </a:ln>
        </p:spPr>
        <p:txBody>
          <a:bodyPr anchorCtr="0" anchor="t" bIns="79125" lIns="79125" spcFirstLastPara="1" rIns="79125" wrap="square" tIns="79125">
            <a:noAutofit/>
          </a:bodyPr>
          <a:lstStyle>
            <a:lvl1pPr indent="-323850" lvl="0" marL="457200" marR="0" rtl="0" algn="l">
              <a:lnSpc>
                <a:spcPct val="100000"/>
              </a:lnSpc>
              <a:spcBef>
                <a:spcPts val="1100"/>
              </a:spcBef>
              <a:spcAft>
                <a:spcPts val="0"/>
              </a:spcAft>
              <a:buClr>
                <a:srgbClr val="BF0B6C"/>
              </a:buClr>
              <a:buSzPts val="1500"/>
              <a:buFont typeface="Arial"/>
              <a:buChar char="•"/>
              <a:defRPr b="0" i="0" sz="1600" u="none" cap="none" strike="noStrike">
                <a:solidFill>
                  <a:srgbClr val="BF0B6C"/>
                </a:solidFill>
                <a:latin typeface="Arial"/>
                <a:ea typeface="Arial"/>
                <a:cs typeface="Arial"/>
                <a:sym typeface="Arial"/>
              </a:defRPr>
            </a:lvl1pPr>
            <a:lvl2pPr indent="-311150" lvl="1" marL="914400" marR="0" rtl="0" algn="l">
              <a:lnSpc>
                <a:spcPct val="100000"/>
              </a:lnSpc>
              <a:spcBef>
                <a:spcPts val="500"/>
              </a:spcBef>
              <a:spcAft>
                <a:spcPts val="0"/>
              </a:spcAft>
              <a:buClr>
                <a:srgbClr val="BF0B6C"/>
              </a:buClr>
              <a:buSzPts val="1300"/>
              <a:buFont typeface="Arial"/>
              <a:buChar char="-"/>
              <a:defRPr b="0" i="0" sz="1400" u="none" cap="none" strike="noStrike">
                <a:solidFill>
                  <a:schemeClr val="dk2"/>
                </a:solidFill>
                <a:latin typeface="Arial"/>
                <a:ea typeface="Arial"/>
                <a:cs typeface="Arial"/>
                <a:sym typeface="Arial"/>
              </a:defRPr>
            </a:lvl2pPr>
            <a:lvl3pPr indent="-311150" lvl="2" marL="1371600" marR="0" rtl="0" algn="l">
              <a:lnSpc>
                <a:spcPct val="100000"/>
              </a:lnSpc>
              <a:spcBef>
                <a:spcPts val="500"/>
              </a:spcBef>
              <a:spcAft>
                <a:spcPts val="0"/>
              </a:spcAft>
              <a:buClr>
                <a:schemeClr val="dk1"/>
              </a:buClr>
              <a:buSzPts val="1300"/>
              <a:buFont typeface="Arial"/>
              <a:buChar char="•"/>
              <a:defRPr b="0" i="0" sz="1400" u="none" cap="none" strike="noStrike">
                <a:solidFill>
                  <a:schemeClr val="dk2"/>
                </a:solidFill>
                <a:latin typeface="Arial"/>
                <a:ea typeface="Arial"/>
                <a:cs typeface="Arial"/>
                <a:sym typeface="Arial"/>
              </a:defRPr>
            </a:lvl3pPr>
            <a:lvl4pPr indent="-285750" lvl="3" marL="1828800" marR="0" rtl="0" algn="l">
              <a:lnSpc>
                <a:spcPct val="120000"/>
              </a:lnSpc>
              <a:spcBef>
                <a:spcPts val="0"/>
              </a:spcBef>
              <a:spcAft>
                <a:spcPts val="0"/>
              </a:spcAft>
              <a:buClr>
                <a:schemeClr val="lt2"/>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rtl="0" algn="l">
              <a:lnSpc>
                <a:spcPct val="120000"/>
              </a:lnSpc>
              <a:spcBef>
                <a:spcPts val="400"/>
              </a:spcBef>
              <a:spcAft>
                <a:spcPts val="0"/>
              </a:spcAft>
              <a:buClr>
                <a:schemeClr val="lt2"/>
              </a:buClr>
              <a:buSzPts val="900"/>
              <a:buFont typeface="Merriweather Sans"/>
              <a:buChar char="-"/>
              <a:defRPr b="0" i="0" sz="900" u="none" cap="none" strike="noStrike">
                <a:solidFill>
                  <a:schemeClr val="dk1"/>
                </a:solidFill>
                <a:latin typeface="Arial"/>
                <a:ea typeface="Arial"/>
                <a:cs typeface="Arial"/>
                <a:sym typeface="Arial"/>
              </a:defRPr>
            </a:lvl5pPr>
            <a:lvl6pPr indent="-311150" lvl="5" marL="2743200" marR="0" rtl="0" algn="l">
              <a:lnSpc>
                <a:spcPct val="100000"/>
              </a:lnSpc>
              <a:spcBef>
                <a:spcPts val="400"/>
              </a:spcBef>
              <a:spcAft>
                <a:spcPts val="0"/>
              </a:spcAft>
              <a:buClr>
                <a:schemeClr val="dk1"/>
              </a:buClr>
              <a:buSzPts val="1300"/>
              <a:buFont typeface="Arial"/>
              <a:buChar char="•"/>
              <a:defRPr b="0" i="0" sz="1300" u="none" cap="none" strike="noStrike">
                <a:solidFill>
                  <a:schemeClr val="dk1"/>
                </a:solidFill>
                <a:latin typeface="Century Gothic"/>
                <a:ea typeface="Century Gothic"/>
                <a:cs typeface="Century Gothic"/>
                <a:sym typeface="Century Gothic"/>
              </a:defRPr>
            </a:lvl6pPr>
            <a:lvl7pPr indent="-311150" lvl="6" marL="3200400" marR="0" rtl="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entury Gothic"/>
                <a:ea typeface="Century Gothic"/>
                <a:cs typeface="Century Gothic"/>
                <a:sym typeface="Century Gothic"/>
              </a:defRPr>
            </a:lvl7pPr>
            <a:lvl8pPr indent="-311150" lvl="7" marL="3657600" marR="0" rtl="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entury Gothic"/>
                <a:ea typeface="Century Gothic"/>
                <a:cs typeface="Century Gothic"/>
                <a:sym typeface="Century Gothic"/>
              </a:defRPr>
            </a:lvl8pPr>
            <a:lvl9pPr indent="-311150" lvl="8" marL="4114800" marR="0" rtl="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entury Gothic"/>
                <a:ea typeface="Century Gothic"/>
                <a:cs typeface="Century Gothic"/>
                <a:sym typeface="Century Gothic"/>
              </a:defRPr>
            </a:lvl9pPr>
          </a:lstStyle>
          <a:p/>
        </p:txBody>
      </p:sp>
      <p:sp>
        <p:nvSpPr>
          <p:cNvPr id="337" name="Google Shape;337;p147"/>
          <p:cNvSpPr txBox="1"/>
          <p:nvPr>
            <p:ph idx="3" type="body"/>
          </p:nvPr>
        </p:nvSpPr>
        <p:spPr>
          <a:xfrm>
            <a:off x="320144" y="58878"/>
            <a:ext cx="7098600" cy="190500"/>
          </a:xfrm>
          <a:prstGeom prst="rect">
            <a:avLst/>
          </a:prstGeom>
          <a:noFill/>
          <a:ln>
            <a:noFill/>
          </a:ln>
        </p:spPr>
        <p:txBody>
          <a:bodyPr anchorCtr="0" anchor="ctr" bIns="79125" lIns="79125" spcFirstLastPara="1" rIns="79125" wrap="square" tIns="79125">
            <a:noAutofit/>
          </a:bodyPr>
          <a:lstStyle>
            <a:lvl1pPr indent="-228600" lvl="0" marL="457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323850" lvl="1" marL="914400" marR="0" rtl="0" algn="l">
              <a:lnSpc>
                <a:spcPct val="120000"/>
              </a:lnSpc>
              <a:spcBef>
                <a:spcPts val="800"/>
              </a:spcBef>
              <a:spcAft>
                <a:spcPts val="0"/>
              </a:spcAft>
              <a:buClr>
                <a:srgbClr val="000000"/>
              </a:buClr>
              <a:buSzPts val="1500"/>
              <a:buFont typeface="Arial"/>
              <a:buChar char="○"/>
              <a:defRPr b="0" i="0" sz="1200" u="none" cap="none" strike="noStrike">
                <a:solidFill>
                  <a:srgbClr val="000000"/>
                </a:solidFill>
                <a:latin typeface="Arial"/>
                <a:ea typeface="Arial"/>
                <a:cs typeface="Arial"/>
                <a:sym typeface="Arial"/>
              </a:defRPr>
            </a:lvl2pPr>
            <a:lvl3pPr indent="-323850" lvl="2" marL="1371600" marR="0" rtl="0" algn="l">
              <a:lnSpc>
                <a:spcPct val="120000"/>
              </a:lnSpc>
              <a:spcBef>
                <a:spcPts val="400"/>
              </a:spcBef>
              <a:spcAft>
                <a:spcPts val="0"/>
              </a:spcAft>
              <a:buClr>
                <a:srgbClr val="000000"/>
              </a:buClr>
              <a:buSzPts val="1500"/>
              <a:buFont typeface="Arial"/>
              <a:buChar char="■"/>
              <a:defRPr b="0" i="0" sz="1200" u="none" cap="none" strike="noStrike">
                <a:solidFill>
                  <a:srgbClr val="000000"/>
                </a:solidFill>
                <a:latin typeface="Arial"/>
                <a:ea typeface="Arial"/>
                <a:cs typeface="Arial"/>
                <a:sym typeface="Arial"/>
              </a:defRPr>
            </a:lvl3pPr>
            <a:lvl4pPr indent="-323850" lvl="3" marL="1828800" marR="0" rtl="0" algn="l">
              <a:lnSpc>
                <a:spcPct val="120000"/>
              </a:lnSpc>
              <a:spcBef>
                <a:spcPts val="400"/>
              </a:spcBef>
              <a:spcAft>
                <a:spcPts val="0"/>
              </a:spcAft>
              <a:buClr>
                <a:srgbClr val="000000"/>
              </a:buClr>
              <a:buSzPts val="1500"/>
              <a:buFont typeface="Arial"/>
              <a:buChar char="●"/>
              <a:defRPr b="0" i="0" sz="1200" u="none" cap="none" strike="noStrike">
                <a:solidFill>
                  <a:srgbClr val="000000"/>
                </a:solidFill>
                <a:latin typeface="Arial"/>
                <a:ea typeface="Arial"/>
                <a:cs typeface="Arial"/>
                <a:sym typeface="Arial"/>
              </a:defRPr>
            </a:lvl4pPr>
            <a:lvl5pPr indent="-323850" lvl="4" marL="2286000" marR="0" rtl="0" algn="l">
              <a:lnSpc>
                <a:spcPct val="120000"/>
              </a:lnSpc>
              <a:spcBef>
                <a:spcPts val="400"/>
              </a:spcBef>
              <a:spcAft>
                <a:spcPts val="0"/>
              </a:spcAft>
              <a:buClr>
                <a:srgbClr val="000000"/>
              </a:buClr>
              <a:buSzPts val="1500"/>
              <a:buFont typeface="Arial"/>
              <a:buChar char="○"/>
              <a:defRPr b="0" i="0" sz="1200" u="none" cap="none" strike="noStrike">
                <a:solidFill>
                  <a:srgbClr val="000000"/>
                </a:solidFill>
                <a:latin typeface="Arial"/>
                <a:ea typeface="Arial"/>
                <a:cs typeface="Arial"/>
                <a:sym typeface="Arial"/>
              </a:defRPr>
            </a:lvl5pPr>
            <a:lvl6pPr indent="-330200" lvl="5" marL="2743200" marR="0" rtl="0" algn="l">
              <a:lnSpc>
                <a:spcPct val="100000"/>
              </a:lnSpc>
              <a:spcBef>
                <a:spcPts val="400"/>
              </a:spcBef>
              <a:spcAft>
                <a:spcPts val="0"/>
              </a:spcAft>
              <a:buClr>
                <a:srgbClr val="000000"/>
              </a:buClr>
              <a:buSzPts val="1600"/>
              <a:buFont typeface="Arial"/>
              <a:buChar char="■"/>
              <a:defRPr b="0" i="0" sz="1200" u="none" cap="none" strike="noStrike">
                <a:solidFill>
                  <a:srgbClr val="000000"/>
                </a:solidFill>
                <a:latin typeface="Arial"/>
                <a:ea typeface="Arial"/>
                <a:cs typeface="Arial"/>
                <a:sym typeface="Arial"/>
              </a:defRPr>
            </a:lvl6pPr>
            <a:lvl7pPr indent="-330200" lvl="6" marL="3200400" marR="0" rtl="0" algn="l">
              <a:lnSpc>
                <a:spcPct val="100000"/>
              </a:lnSpc>
              <a:spcBef>
                <a:spcPts val="300"/>
              </a:spcBef>
              <a:spcAft>
                <a:spcPts val="0"/>
              </a:spcAft>
              <a:buClr>
                <a:srgbClr val="000000"/>
              </a:buClr>
              <a:buSzPts val="1600"/>
              <a:buFont typeface="Arial"/>
              <a:buChar char="●"/>
              <a:defRPr b="0" i="0" sz="1200" u="none" cap="none" strike="noStrike">
                <a:solidFill>
                  <a:srgbClr val="000000"/>
                </a:solidFill>
                <a:latin typeface="Arial"/>
                <a:ea typeface="Arial"/>
                <a:cs typeface="Arial"/>
                <a:sym typeface="Arial"/>
              </a:defRPr>
            </a:lvl7pPr>
            <a:lvl8pPr indent="-330200" lvl="7" marL="3657600" marR="0" rtl="0" algn="l">
              <a:lnSpc>
                <a:spcPct val="100000"/>
              </a:lnSpc>
              <a:spcBef>
                <a:spcPts val="300"/>
              </a:spcBef>
              <a:spcAft>
                <a:spcPts val="0"/>
              </a:spcAft>
              <a:buClr>
                <a:srgbClr val="000000"/>
              </a:buClr>
              <a:buSzPts val="1600"/>
              <a:buFont typeface="Arial"/>
              <a:buChar char="○"/>
              <a:defRPr b="0" i="0" sz="1200" u="none" cap="none" strike="noStrike">
                <a:solidFill>
                  <a:srgbClr val="000000"/>
                </a:solidFill>
                <a:latin typeface="Arial"/>
                <a:ea typeface="Arial"/>
                <a:cs typeface="Arial"/>
                <a:sym typeface="Arial"/>
              </a:defRPr>
            </a:lvl8pPr>
            <a:lvl9pPr indent="-330200" lvl="8" marL="4114800" marR="0" rtl="0" algn="l">
              <a:lnSpc>
                <a:spcPct val="100000"/>
              </a:lnSpc>
              <a:spcBef>
                <a:spcPts val="300"/>
              </a:spcBef>
              <a:spcAft>
                <a:spcPts val="0"/>
              </a:spcAft>
              <a:buClr>
                <a:srgbClr val="000000"/>
              </a:buClr>
              <a:buSzPts val="1600"/>
              <a:buFont typeface="Arial"/>
              <a:buChar char="■"/>
              <a:defRPr b="0" i="0" sz="12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8" name="Shape 338"/>
        <p:cNvGrpSpPr/>
        <p:nvPr/>
      </p:nvGrpSpPr>
      <p:grpSpPr>
        <a:xfrm>
          <a:off x="0" y="0"/>
          <a:ext cx="0" cy="0"/>
          <a:chOff x="0" y="0"/>
          <a:chExt cx="0" cy="0"/>
        </a:xfrm>
      </p:grpSpPr>
      <p:sp>
        <p:nvSpPr>
          <p:cNvPr id="339" name="Google Shape;339;p14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340" name="Google Shape;340;p148"/>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341" name="Google Shape;341;p1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ge Layout 4 2">
  <p:cSld name="Page Layout 4_2">
    <p:spTree>
      <p:nvGrpSpPr>
        <p:cNvPr id="342" name="Shape 342"/>
        <p:cNvGrpSpPr/>
        <p:nvPr/>
      </p:nvGrpSpPr>
      <p:grpSpPr>
        <a:xfrm>
          <a:off x="0" y="0"/>
          <a:ext cx="0" cy="0"/>
          <a:chOff x="0" y="0"/>
          <a:chExt cx="0" cy="0"/>
        </a:xfrm>
      </p:grpSpPr>
      <p:sp>
        <p:nvSpPr>
          <p:cNvPr id="343" name="Google Shape;343;p149"/>
          <p:cNvSpPr/>
          <p:nvPr>
            <p:ph idx="2" type="pic"/>
          </p:nvPr>
        </p:nvSpPr>
        <p:spPr>
          <a:xfrm>
            <a:off x="188668" y="718772"/>
            <a:ext cx="8746800" cy="4074600"/>
          </a:xfrm>
          <a:prstGeom prst="rect">
            <a:avLst/>
          </a:prstGeom>
          <a:noFill/>
          <a:ln>
            <a:noFill/>
          </a:ln>
        </p:spPr>
      </p:sp>
      <p:sp>
        <p:nvSpPr>
          <p:cNvPr id="344" name="Google Shape;344;p149"/>
          <p:cNvSpPr txBox="1"/>
          <p:nvPr>
            <p:ph idx="12" type="sldNum"/>
          </p:nvPr>
        </p:nvSpPr>
        <p:spPr>
          <a:xfrm>
            <a:off x="193433" y="4859948"/>
            <a:ext cx="2057400" cy="181200"/>
          </a:xfrm>
          <a:prstGeom prst="rect">
            <a:avLst/>
          </a:prstGeom>
          <a:noFill/>
          <a:ln>
            <a:noFill/>
          </a:ln>
        </p:spPr>
        <p:txBody>
          <a:bodyPr anchorCtr="0" anchor="ctr" bIns="17150" lIns="34275" spcFirstLastPara="1" rIns="34275" wrap="square" tIns="17150">
            <a:noAutofit/>
          </a:bodyPr>
          <a:lstStyle>
            <a:lvl1pPr indent="0" lvl="0"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500"/>
              <a:buFont typeface="Arial"/>
              <a:buNone/>
              <a:defRPr b="0" i="0" sz="5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345" name="Google Shape;345;p149"/>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lvl1pPr lvl="0" marR="0" rtl="0" algn="l">
              <a:lnSpc>
                <a:spcPct val="100000"/>
              </a:lnSpc>
              <a:spcBef>
                <a:spcPts val="0"/>
              </a:spcBef>
              <a:spcAft>
                <a:spcPts val="0"/>
              </a:spcAft>
              <a:buClr>
                <a:srgbClr val="BD0F72"/>
              </a:buClr>
              <a:buSzPts val="1900"/>
              <a:buFont typeface="Arial Black"/>
              <a:buNone/>
              <a:defRPr b="0" i="0" sz="1900" u="none" cap="none" strike="noStrike">
                <a:solidFill>
                  <a:srgbClr val="BD0F72"/>
                </a:solidFill>
                <a:latin typeface="Arial Black"/>
                <a:ea typeface="Arial Black"/>
                <a:cs typeface="Arial Black"/>
                <a:sym typeface="Arial Black"/>
              </a:defRPr>
            </a:lvl1pPr>
            <a:lvl2pPr lvl="1"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None/>
              <a:defRPr b="0" i="0" sz="42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とコンテンツ">
  <p:cSld name="タイトルとコンテンツ">
    <p:spTree>
      <p:nvGrpSpPr>
        <p:cNvPr id="346" name="Shape 346"/>
        <p:cNvGrpSpPr/>
        <p:nvPr/>
      </p:nvGrpSpPr>
      <p:grpSpPr>
        <a:xfrm>
          <a:off x="0" y="0"/>
          <a:ext cx="0" cy="0"/>
          <a:chOff x="0" y="0"/>
          <a:chExt cx="0" cy="0"/>
        </a:xfrm>
      </p:grpSpPr>
      <p:sp>
        <p:nvSpPr>
          <p:cNvPr id="347" name="Google Shape;347;p150"/>
          <p:cNvSpPr/>
          <p:nvPr/>
        </p:nvSpPr>
        <p:spPr>
          <a:xfrm>
            <a:off x="2118" y="1588"/>
            <a:ext cx="2100" cy="1500"/>
          </a:xfrm>
          <a:prstGeom prst="rect">
            <a:avLst/>
          </a:prstGeom>
          <a:solidFill>
            <a:srgbClr val="FFFFFF"/>
          </a:solidFill>
          <a:ln>
            <a:noFill/>
          </a:ln>
        </p:spPr>
        <p:txBody>
          <a:bodyPr anchorCtr="0" anchor="ctr" bIns="79125" lIns="79125" spcFirstLastPara="1" rIns="79125" wrap="square" tIns="791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50"/>
          <p:cNvSpPr txBox="1"/>
          <p:nvPr>
            <p:ph type="title"/>
          </p:nvPr>
        </p:nvSpPr>
        <p:spPr>
          <a:xfrm>
            <a:off x="320149" y="50666"/>
            <a:ext cx="8500200" cy="634500"/>
          </a:xfrm>
          <a:prstGeom prst="rect">
            <a:avLst/>
          </a:prstGeom>
          <a:noFill/>
          <a:ln>
            <a:noFill/>
          </a:ln>
        </p:spPr>
        <p:txBody>
          <a:bodyPr anchorCtr="0" anchor="b" bIns="79125" lIns="79125" spcFirstLastPara="1" rIns="79125" wrap="square" tIns="79125">
            <a:noAutofit/>
          </a:bodyPr>
          <a:lstStyle>
            <a:lvl1pPr lvl="0" marR="0" rtl="0" algn="l">
              <a:lnSpc>
                <a:spcPct val="100000"/>
              </a:lnSpc>
              <a:spcBef>
                <a:spcPts val="0"/>
              </a:spcBef>
              <a:spcAft>
                <a:spcPts val="0"/>
              </a:spcAft>
              <a:buClr>
                <a:srgbClr val="BF0B6C"/>
              </a:buClr>
              <a:buSzPts val="2400"/>
              <a:buFont typeface="Arial"/>
              <a:buNone/>
              <a:defRPr b="0" i="0" sz="2400" u="none" cap="none" strike="noStrike">
                <a:solidFill>
                  <a:srgbClr val="BF0B6C"/>
                </a:solidFill>
                <a:latin typeface="Arial"/>
                <a:ea typeface="Arial"/>
                <a:cs typeface="Arial"/>
                <a:sym typeface="Arial"/>
              </a:defRPr>
            </a:lvl1pPr>
            <a:lvl2pPr lvl="1" marR="0" rtl="0" algn="l">
              <a:lnSpc>
                <a:spcPct val="100000"/>
              </a:lnSpc>
              <a:spcBef>
                <a:spcPts val="0"/>
              </a:spcBef>
              <a:spcAft>
                <a:spcPts val="0"/>
              </a:spcAft>
              <a:buClr>
                <a:srgbClr val="000000"/>
              </a:buClr>
              <a:buSzPts val="1200"/>
              <a:buFont typeface="Arial"/>
              <a:buNone/>
              <a:defRPr b="0" i="0" sz="1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200"/>
              <a:buFont typeface="Arial"/>
              <a:buNone/>
              <a:defRPr b="0" i="0" sz="1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200"/>
              <a:buFont typeface="Arial"/>
              <a:buNone/>
              <a:defRPr b="0" i="0" sz="1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200"/>
              <a:buFont typeface="Arial"/>
              <a:buNone/>
              <a:defRPr b="0" i="0" sz="1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200"/>
              <a:buFont typeface="Arial"/>
              <a:buNone/>
              <a:defRPr b="0" i="0" sz="1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200"/>
              <a:buFont typeface="Arial"/>
              <a:buNone/>
              <a:defRPr b="0" i="0" sz="1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200"/>
              <a:buFont typeface="Arial"/>
              <a:buNone/>
              <a:defRPr b="0" i="0" sz="1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200"/>
              <a:buFont typeface="Arial"/>
              <a:buNone/>
              <a:defRPr b="0" i="0" sz="1600" u="none" cap="none" strike="noStrike">
                <a:solidFill>
                  <a:srgbClr val="000000"/>
                </a:solidFill>
                <a:latin typeface="Arial"/>
                <a:ea typeface="Arial"/>
                <a:cs typeface="Arial"/>
                <a:sym typeface="Arial"/>
              </a:defRPr>
            </a:lvl9pPr>
          </a:lstStyle>
          <a:p/>
        </p:txBody>
      </p:sp>
      <p:sp>
        <p:nvSpPr>
          <p:cNvPr id="349" name="Google Shape;349;p150"/>
          <p:cNvSpPr txBox="1"/>
          <p:nvPr>
            <p:ph idx="12" type="sldNum"/>
          </p:nvPr>
        </p:nvSpPr>
        <p:spPr>
          <a:xfrm>
            <a:off x="6992168" y="4985658"/>
            <a:ext cx="2133900" cy="147300"/>
          </a:xfrm>
          <a:prstGeom prst="rect">
            <a:avLst/>
          </a:prstGeom>
          <a:noFill/>
          <a:ln>
            <a:noFill/>
          </a:ln>
        </p:spPr>
        <p:txBody>
          <a:bodyPr anchorCtr="0" anchor="ctr" bIns="39550" lIns="79125" spcFirstLastPara="1" rIns="79125" wrap="square" tIns="3955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rgbClr val="463D00"/>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rgbClr val="463D00"/>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rgbClr val="463D00"/>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rgbClr val="463D00"/>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rgbClr val="463D00"/>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rgbClr val="463D00"/>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rgbClr val="463D00"/>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rgbClr val="463D00"/>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rgbClr val="463D00"/>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US"/>
              <a:t>‹#›</a:t>
            </a:fld>
            <a:endParaRPr/>
          </a:p>
        </p:txBody>
      </p:sp>
      <p:sp>
        <p:nvSpPr>
          <p:cNvPr id="350" name="Google Shape;350;p150"/>
          <p:cNvSpPr txBox="1"/>
          <p:nvPr>
            <p:ph idx="1" type="body"/>
          </p:nvPr>
        </p:nvSpPr>
        <p:spPr>
          <a:xfrm>
            <a:off x="319457" y="707747"/>
            <a:ext cx="8505300" cy="405000"/>
          </a:xfrm>
          <a:prstGeom prst="rect">
            <a:avLst/>
          </a:prstGeom>
          <a:noFill/>
          <a:ln>
            <a:noFill/>
          </a:ln>
        </p:spPr>
        <p:txBody>
          <a:bodyPr anchorCtr="0" anchor="t" bIns="79125" lIns="79125" spcFirstLastPara="1" rIns="79125" wrap="square" tIns="79125">
            <a:noAutofit/>
          </a:bodyPr>
          <a:lstStyle>
            <a:lvl1pPr indent="-228600" lvl="0" marL="457200" marR="0" rtl="0" algn="l">
              <a:lnSpc>
                <a:spcPct val="100000"/>
              </a:lnSpc>
              <a:spcBef>
                <a:spcPts val="0"/>
              </a:spcBef>
              <a:spcAft>
                <a:spcPts val="0"/>
              </a:spcAft>
              <a:buClr>
                <a:srgbClr val="BF0B6C"/>
              </a:buClr>
              <a:buSzPts val="1400"/>
              <a:buFont typeface="Arial"/>
              <a:buNone/>
              <a:defRPr b="0" i="0" sz="1400" u="none" cap="none" strike="noStrike">
                <a:solidFill>
                  <a:srgbClr val="BF0B6C"/>
                </a:solidFill>
                <a:latin typeface="Arial"/>
                <a:ea typeface="Arial"/>
                <a:cs typeface="Arial"/>
                <a:sym typeface="Arial"/>
              </a:defRPr>
            </a:lvl1pPr>
            <a:lvl2pPr indent="-228600" lvl="1" marL="914400" marR="0" rtl="0" algn="l">
              <a:lnSpc>
                <a:spcPct val="120000"/>
              </a:lnSpc>
              <a:spcBef>
                <a:spcPts val="0"/>
              </a:spcBef>
              <a:spcAft>
                <a:spcPts val="0"/>
              </a:spcAft>
              <a:buClr>
                <a:srgbClr val="BF0B6C"/>
              </a:buClr>
              <a:buSzPts val="900"/>
              <a:buFont typeface="Arial"/>
              <a:buNone/>
              <a:defRPr b="0" i="0" sz="900" u="none" cap="none" strike="noStrike">
                <a:solidFill>
                  <a:srgbClr val="BF0B6C"/>
                </a:solidFill>
                <a:latin typeface="Arial"/>
                <a:ea typeface="Arial"/>
                <a:cs typeface="Arial"/>
                <a:sym typeface="Arial"/>
              </a:defRPr>
            </a:lvl2pPr>
            <a:lvl3pPr indent="-228600" lvl="2" marL="1371600" marR="0" rtl="0" algn="l">
              <a:lnSpc>
                <a:spcPct val="120000"/>
              </a:lnSpc>
              <a:spcBef>
                <a:spcPts val="40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3pPr>
            <a:lvl4pPr indent="-285750" lvl="3" marL="1828800" marR="0" rtl="0" algn="l">
              <a:lnSpc>
                <a:spcPct val="120000"/>
              </a:lnSpc>
              <a:spcBef>
                <a:spcPts val="400"/>
              </a:spcBef>
              <a:spcAft>
                <a:spcPts val="0"/>
              </a:spcAft>
              <a:buClr>
                <a:schemeClr val="lt2"/>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rtl="0" algn="l">
              <a:lnSpc>
                <a:spcPct val="120000"/>
              </a:lnSpc>
              <a:spcBef>
                <a:spcPts val="400"/>
              </a:spcBef>
              <a:spcAft>
                <a:spcPts val="0"/>
              </a:spcAft>
              <a:buClr>
                <a:schemeClr val="lt2"/>
              </a:buClr>
              <a:buSzPts val="900"/>
              <a:buFont typeface="Merriweather Sans"/>
              <a:buChar char="-"/>
              <a:defRPr b="0" i="0" sz="900" u="none" cap="none" strike="noStrike">
                <a:solidFill>
                  <a:schemeClr val="dk1"/>
                </a:solidFill>
                <a:latin typeface="Arial"/>
                <a:ea typeface="Arial"/>
                <a:cs typeface="Arial"/>
                <a:sym typeface="Arial"/>
              </a:defRPr>
            </a:lvl5pPr>
            <a:lvl6pPr indent="-311150" lvl="5" marL="2743200" marR="0" rtl="0" algn="l">
              <a:lnSpc>
                <a:spcPct val="100000"/>
              </a:lnSpc>
              <a:spcBef>
                <a:spcPts val="400"/>
              </a:spcBef>
              <a:spcAft>
                <a:spcPts val="0"/>
              </a:spcAft>
              <a:buClr>
                <a:schemeClr val="dk1"/>
              </a:buClr>
              <a:buSzPts val="1300"/>
              <a:buFont typeface="Arial"/>
              <a:buChar char="•"/>
              <a:defRPr b="0" i="0" sz="1300" u="none" cap="none" strike="noStrike">
                <a:solidFill>
                  <a:schemeClr val="dk1"/>
                </a:solidFill>
                <a:latin typeface="Century Gothic"/>
                <a:ea typeface="Century Gothic"/>
                <a:cs typeface="Century Gothic"/>
                <a:sym typeface="Century Gothic"/>
              </a:defRPr>
            </a:lvl6pPr>
            <a:lvl7pPr indent="-311150" lvl="6" marL="3200400" marR="0" rtl="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entury Gothic"/>
                <a:ea typeface="Century Gothic"/>
                <a:cs typeface="Century Gothic"/>
                <a:sym typeface="Century Gothic"/>
              </a:defRPr>
            </a:lvl7pPr>
            <a:lvl8pPr indent="-311150" lvl="7" marL="3657600" marR="0" rtl="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entury Gothic"/>
                <a:ea typeface="Century Gothic"/>
                <a:cs typeface="Century Gothic"/>
                <a:sym typeface="Century Gothic"/>
              </a:defRPr>
            </a:lvl8pPr>
            <a:lvl9pPr indent="-311150" lvl="8" marL="4114800" marR="0" rtl="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entury Gothic"/>
                <a:ea typeface="Century Gothic"/>
                <a:cs typeface="Century Gothic"/>
                <a:sym typeface="Century Gothic"/>
              </a:defRPr>
            </a:lvl9pPr>
          </a:lstStyle>
          <a:p/>
        </p:txBody>
      </p:sp>
      <p:sp>
        <p:nvSpPr>
          <p:cNvPr id="351" name="Google Shape;351;p150"/>
          <p:cNvSpPr txBox="1"/>
          <p:nvPr>
            <p:ph idx="2" type="body"/>
          </p:nvPr>
        </p:nvSpPr>
        <p:spPr>
          <a:xfrm>
            <a:off x="319457" y="1141231"/>
            <a:ext cx="8505300" cy="3782100"/>
          </a:xfrm>
          <a:prstGeom prst="rect">
            <a:avLst/>
          </a:prstGeom>
          <a:noFill/>
          <a:ln>
            <a:noFill/>
          </a:ln>
        </p:spPr>
        <p:txBody>
          <a:bodyPr anchorCtr="0" anchor="t" bIns="79125" lIns="79125" spcFirstLastPara="1" rIns="79125" wrap="square" tIns="79125">
            <a:noAutofit/>
          </a:bodyPr>
          <a:lstStyle>
            <a:lvl1pPr indent="-228600" lvl="0" marL="457200" marR="0" rtl="0" algn="l">
              <a:lnSpc>
                <a:spcPct val="100000"/>
              </a:lnSpc>
              <a:spcBef>
                <a:spcPts val="0"/>
              </a:spcBef>
              <a:spcAft>
                <a:spcPts val="0"/>
              </a:spcAft>
              <a:buClr>
                <a:srgbClr val="BF0B6C"/>
              </a:buClr>
              <a:buSzPts val="1400"/>
              <a:buFont typeface="Arial"/>
              <a:buNone/>
              <a:defRPr b="0" i="0" sz="1400" u="none" cap="none" strike="noStrike">
                <a:solidFill>
                  <a:srgbClr val="BF0B6C"/>
                </a:solidFill>
                <a:latin typeface="Arial"/>
                <a:ea typeface="Arial"/>
                <a:cs typeface="Arial"/>
                <a:sym typeface="Arial"/>
              </a:defRPr>
            </a:lvl1pPr>
            <a:lvl2pPr indent="-228600" lvl="1" marL="914400" marR="0" rtl="0" algn="l">
              <a:lnSpc>
                <a:spcPct val="120000"/>
              </a:lnSpc>
              <a:spcBef>
                <a:spcPts val="800"/>
              </a:spcBef>
              <a:spcAft>
                <a:spcPts val="0"/>
              </a:spcAft>
              <a:buClr>
                <a:srgbClr val="BF0B6C"/>
              </a:buClr>
              <a:buSzPts val="900"/>
              <a:buFont typeface="Arial"/>
              <a:buNone/>
              <a:defRPr b="0" i="0" sz="900" u="none" cap="none" strike="noStrike">
                <a:solidFill>
                  <a:srgbClr val="BF0B6C"/>
                </a:solidFill>
                <a:latin typeface="Arial"/>
                <a:ea typeface="Arial"/>
                <a:cs typeface="Arial"/>
                <a:sym typeface="Arial"/>
              </a:defRPr>
            </a:lvl2pPr>
            <a:lvl3pPr indent="-228600" lvl="2" marL="1371600" marR="0" rtl="0" algn="l">
              <a:lnSpc>
                <a:spcPct val="120000"/>
              </a:lnSpc>
              <a:spcBef>
                <a:spcPts val="40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3pPr>
            <a:lvl4pPr indent="-285750" lvl="3" marL="1828800" marR="0" rtl="0" algn="l">
              <a:lnSpc>
                <a:spcPct val="120000"/>
              </a:lnSpc>
              <a:spcBef>
                <a:spcPts val="400"/>
              </a:spcBef>
              <a:spcAft>
                <a:spcPts val="0"/>
              </a:spcAft>
              <a:buClr>
                <a:schemeClr val="lt2"/>
              </a:buClr>
              <a:buSzPts val="900"/>
              <a:buFont typeface="Arial"/>
              <a:buChar char="•"/>
              <a:defRPr b="0" i="0" sz="900" u="none" cap="none" strike="noStrike">
                <a:solidFill>
                  <a:schemeClr val="dk1"/>
                </a:solidFill>
                <a:latin typeface="Arial"/>
                <a:ea typeface="Arial"/>
                <a:cs typeface="Arial"/>
                <a:sym typeface="Arial"/>
              </a:defRPr>
            </a:lvl4pPr>
            <a:lvl5pPr indent="-285750" lvl="4" marL="2286000" marR="0" rtl="0" algn="l">
              <a:lnSpc>
                <a:spcPct val="120000"/>
              </a:lnSpc>
              <a:spcBef>
                <a:spcPts val="400"/>
              </a:spcBef>
              <a:spcAft>
                <a:spcPts val="0"/>
              </a:spcAft>
              <a:buClr>
                <a:schemeClr val="lt2"/>
              </a:buClr>
              <a:buSzPts val="900"/>
              <a:buFont typeface="Merriweather Sans"/>
              <a:buChar char="-"/>
              <a:defRPr b="0" i="0" sz="900" u="none" cap="none" strike="noStrike">
                <a:solidFill>
                  <a:schemeClr val="dk1"/>
                </a:solidFill>
                <a:latin typeface="Arial"/>
                <a:ea typeface="Arial"/>
                <a:cs typeface="Arial"/>
                <a:sym typeface="Arial"/>
              </a:defRPr>
            </a:lvl5pPr>
            <a:lvl6pPr indent="-311150" lvl="5" marL="2743200" marR="0" rtl="0" algn="l">
              <a:lnSpc>
                <a:spcPct val="100000"/>
              </a:lnSpc>
              <a:spcBef>
                <a:spcPts val="400"/>
              </a:spcBef>
              <a:spcAft>
                <a:spcPts val="0"/>
              </a:spcAft>
              <a:buClr>
                <a:schemeClr val="dk1"/>
              </a:buClr>
              <a:buSzPts val="1300"/>
              <a:buFont typeface="Arial"/>
              <a:buChar char="•"/>
              <a:defRPr b="0" i="0" sz="1300" u="none" cap="none" strike="noStrike">
                <a:solidFill>
                  <a:schemeClr val="dk1"/>
                </a:solidFill>
                <a:latin typeface="Century Gothic"/>
                <a:ea typeface="Century Gothic"/>
                <a:cs typeface="Century Gothic"/>
                <a:sym typeface="Century Gothic"/>
              </a:defRPr>
            </a:lvl6pPr>
            <a:lvl7pPr indent="-311150" lvl="6" marL="3200400" marR="0" rtl="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entury Gothic"/>
                <a:ea typeface="Century Gothic"/>
                <a:cs typeface="Century Gothic"/>
                <a:sym typeface="Century Gothic"/>
              </a:defRPr>
            </a:lvl7pPr>
            <a:lvl8pPr indent="-311150" lvl="7" marL="3657600" marR="0" rtl="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entury Gothic"/>
                <a:ea typeface="Century Gothic"/>
                <a:cs typeface="Century Gothic"/>
                <a:sym typeface="Century Gothic"/>
              </a:defRPr>
            </a:lvl8pPr>
            <a:lvl9pPr indent="-311150" lvl="8" marL="4114800" marR="0" rtl="0" algn="l">
              <a:lnSpc>
                <a:spcPct val="100000"/>
              </a:lnSpc>
              <a:spcBef>
                <a:spcPts val="300"/>
              </a:spcBef>
              <a:spcAft>
                <a:spcPts val="0"/>
              </a:spcAft>
              <a:buClr>
                <a:schemeClr val="dk1"/>
              </a:buClr>
              <a:buSzPts val="1300"/>
              <a:buFont typeface="Arial"/>
              <a:buChar char="•"/>
              <a:defRPr b="0" i="0" sz="1300" u="none" cap="none" strike="noStrike">
                <a:solidFill>
                  <a:schemeClr val="dk1"/>
                </a:solidFill>
                <a:latin typeface="Century Gothic"/>
                <a:ea typeface="Century Gothic"/>
                <a:cs typeface="Century Gothic"/>
                <a:sym typeface="Century Gothic"/>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theme" Target="../theme/theme1.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cxnSp>
        <p:nvCxnSpPr>
          <p:cNvPr id="6" name="Google Shape;6;p83"/>
          <p:cNvCxnSpPr/>
          <p:nvPr/>
        </p:nvCxnSpPr>
        <p:spPr>
          <a:xfrm>
            <a:off x="204672" y="536317"/>
            <a:ext cx="1188900" cy="0"/>
          </a:xfrm>
          <a:prstGeom prst="straightConnector1">
            <a:avLst/>
          </a:prstGeom>
          <a:noFill/>
          <a:ln cap="flat" cmpd="sng" w="25400">
            <a:solidFill>
              <a:srgbClr val="000000"/>
            </a:solidFill>
            <a:prstDash val="solid"/>
            <a:miter lim="400000"/>
            <a:headEnd len="sm" w="sm" type="none"/>
            <a:tailEnd len="sm" w="sm" type="none"/>
          </a:ln>
        </p:spPr>
      </p:cxnSp>
      <p:pic>
        <p:nvPicPr>
          <p:cNvPr id="7" name="Google Shape;7;p83"/>
          <p:cNvPicPr preferRelativeResize="0"/>
          <p:nvPr/>
        </p:nvPicPr>
        <p:blipFill rotWithShape="1">
          <a:blip r:embed="rId1">
            <a:alphaModFix/>
          </a:blip>
          <a:srcRect b="0" l="0" r="0" t="0"/>
          <a:stretch/>
        </p:blipFill>
        <p:spPr>
          <a:xfrm>
            <a:off x="204672" y="170092"/>
            <a:ext cx="1054826" cy="223587"/>
          </a:xfrm>
          <a:prstGeom prst="rect">
            <a:avLst/>
          </a:prstGeom>
          <a:noFill/>
          <a:ln>
            <a:noFill/>
          </a:ln>
        </p:spPr>
      </p:pic>
      <p:sp>
        <p:nvSpPr>
          <p:cNvPr id="8" name="Google Shape;8;p83"/>
          <p:cNvSpPr/>
          <p:nvPr/>
        </p:nvSpPr>
        <p:spPr>
          <a:xfrm>
            <a:off x="7186888" y="4987245"/>
            <a:ext cx="1781100" cy="107700"/>
          </a:xfrm>
          <a:prstGeom prst="rect">
            <a:avLst/>
          </a:prstGeom>
          <a:noFill/>
          <a:ln>
            <a:noFill/>
          </a:ln>
        </p:spPr>
        <p:txBody>
          <a:bodyPr anchorCtr="0" anchor="ctr" bIns="19050" lIns="19050" spcFirstLastPara="1" rIns="19050" wrap="square" tIns="19050">
            <a:noAutofit/>
          </a:bodyPr>
          <a:lstStyle/>
          <a:p>
            <a:pPr indent="0" lvl="0" marL="0" marR="0" rtl="0" algn="l">
              <a:lnSpc>
                <a:spcPct val="100000"/>
              </a:lnSpc>
              <a:spcBef>
                <a:spcPts val="0"/>
              </a:spcBef>
              <a:spcAft>
                <a:spcPts val="0"/>
              </a:spcAft>
              <a:buClr>
                <a:srgbClr val="000000"/>
              </a:buClr>
              <a:buSzPts val="500"/>
              <a:buFont typeface="Arial"/>
              <a:buNone/>
            </a:pPr>
            <a:r>
              <a:rPr b="0" i="0" lang="en-US" sz="500" u="none" cap="none" strike="noStrike">
                <a:solidFill>
                  <a:srgbClr val="000000"/>
                </a:solidFill>
                <a:latin typeface="Arial"/>
                <a:ea typeface="Arial"/>
                <a:cs typeface="Arial"/>
                <a:sym typeface="Arial"/>
              </a:rPr>
              <a:t>Copyright © Ocean Network Express Pte. Ltd. All Rights Reserved</a:t>
            </a:r>
            <a:endParaRPr b="0" i="0" sz="500" u="none" cap="none" strike="noStrike">
              <a:solidFill>
                <a:srgbClr val="000000"/>
              </a:solidFill>
              <a:latin typeface="Arial"/>
              <a:ea typeface="Arial"/>
              <a:cs typeface="Arial"/>
              <a:sym typeface="Arial"/>
            </a:endParaRPr>
          </a:p>
        </p:txBody>
      </p:sp>
      <p:cxnSp>
        <p:nvCxnSpPr>
          <p:cNvPr id="9" name="Google Shape;9;p83"/>
          <p:cNvCxnSpPr/>
          <p:nvPr/>
        </p:nvCxnSpPr>
        <p:spPr>
          <a:xfrm>
            <a:off x="1451349" y="536317"/>
            <a:ext cx="7522500" cy="0"/>
          </a:xfrm>
          <a:prstGeom prst="straightConnector1">
            <a:avLst/>
          </a:prstGeom>
          <a:noFill/>
          <a:ln cap="flat" cmpd="sng" w="25400">
            <a:solidFill>
              <a:srgbClr val="000000"/>
            </a:solidFill>
            <a:prstDash val="solid"/>
            <a:miter lim="400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jpg"/><Relationship Id="rId4" Type="http://schemas.openxmlformats.org/officeDocument/2006/relationships/image" Target="../media/image1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jpg"/><Relationship Id="rId4" Type="http://schemas.openxmlformats.org/officeDocument/2006/relationships/image" Target="../media/image2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8.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27.png"/><Relationship Id="rId5"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2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1"/>
          <p:cNvSpPr txBox="1"/>
          <p:nvPr>
            <p:ph type="title"/>
          </p:nvPr>
        </p:nvSpPr>
        <p:spPr>
          <a:xfrm>
            <a:off x="526790" y="1671437"/>
            <a:ext cx="4952176" cy="590100"/>
          </a:xfrm>
          <a:prstGeom prst="rect">
            <a:avLst/>
          </a:prstGeom>
          <a:noFill/>
          <a:ln>
            <a:noFill/>
          </a:ln>
        </p:spPr>
        <p:txBody>
          <a:bodyPr anchorCtr="0" anchor="t" bIns="17150" lIns="34275" spcFirstLastPara="1" rIns="34275" wrap="square" tIns="17150">
            <a:noAutofit/>
          </a:bodyPr>
          <a:lstStyle/>
          <a:p>
            <a:pPr indent="0" lvl="0" marL="0" rtl="0" algn="l">
              <a:lnSpc>
                <a:spcPct val="100000"/>
              </a:lnSpc>
              <a:spcBef>
                <a:spcPts val="0"/>
              </a:spcBef>
              <a:spcAft>
                <a:spcPts val="0"/>
              </a:spcAft>
              <a:buSzPts val="3000"/>
              <a:buNone/>
            </a:pPr>
            <a:r>
              <a:rPr lang="en-US" sz="4000"/>
              <a:t>NEO – PRICING IAT</a:t>
            </a:r>
            <a:br>
              <a:rPr lang="en-US" sz="2800"/>
            </a:br>
            <a:endParaRPr sz="2800"/>
          </a:p>
        </p:txBody>
      </p:sp>
      <p:sp>
        <p:nvSpPr>
          <p:cNvPr id="357" name="Google Shape;357;p1"/>
          <p:cNvSpPr txBox="1"/>
          <p:nvPr>
            <p:ph idx="1" type="body"/>
          </p:nvPr>
        </p:nvSpPr>
        <p:spPr>
          <a:xfrm>
            <a:off x="526790" y="4431323"/>
            <a:ext cx="4623300" cy="307800"/>
          </a:xfrm>
          <a:prstGeom prst="rect">
            <a:avLst/>
          </a:prstGeom>
          <a:noFill/>
          <a:ln>
            <a:noFill/>
          </a:ln>
        </p:spPr>
        <p:txBody>
          <a:bodyPr anchorCtr="0" anchor="t" bIns="17150" lIns="34275" spcFirstLastPara="1" rIns="34275" wrap="square" tIns="17150">
            <a:noAutofit/>
          </a:bodyPr>
          <a:lstStyle/>
          <a:p>
            <a:pPr indent="0" lvl="0" marL="0" rtl="0" algn="l">
              <a:lnSpc>
                <a:spcPct val="100000"/>
              </a:lnSpc>
              <a:spcBef>
                <a:spcPts val="2200"/>
              </a:spcBef>
              <a:spcAft>
                <a:spcPts val="0"/>
              </a:spcAft>
              <a:buSzPts val="1100"/>
              <a:buNone/>
            </a:pPr>
            <a:r>
              <a:rPr lang="en-US"/>
              <a:t>2025 April 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
          <p:cNvSpPr txBox="1"/>
          <p:nvPr>
            <p:ph type="title"/>
          </p:nvPr>
        </p:nvSpPr>
        <p:spPr>
          <a:xfrm>
            <a:off x="1034546" y="1308926"/>
            <a:ext cx="6488810" cy="590100"/>
          </a:xfrm>
          <a:prstGeom prst="rect">
            <a:avLst/>
          </a:prstGeom>
          <a:noFill/>
          <a:ln>
            <a:noFill/>
          </a:ln>
        </p:spPr>
        <p:txBody>
          <a:bodyPr anchorCtr="0" anchor="t" bIns="17150" lIns="34275" spcFirstLastPara="1" rIns="34275" wrap="square" tIns="17150">
            <a:normAutofit fontScale="90000"/>
          </a:bodyPr>
          <a:lstStyle/>
          <a:p>
            <a:pPr indent="0" lvl="0" marL="0" rtl="0" algn="l">
              <a:lnSpc>
                <a:spcPct val="100000"/>
              </a:lnSpc>
              <a:spcBef>
                <a:spcPts val="0"/>
              </a:spcBef>
              <a:spcAft>
                <a:spcPts val="0"/>
              </a:spcAft>
              <a:buSzPct val="138888"/>
              <a:buNone/>
            </a:pPr>
            <a:br>
              <a:rPr lang="en-US" sz="2400"/>
            </a:br>
            <a:r>
              <a:rPr lang="en-US" sz="2400"/>
              <a:t>	</a:t>
            </a:r>
            <a:endParaRPr sz="2400"/>
          </a:p>
        </p:txBody>
      </p:sp>
      <p:sp>
        <p:nvSpPr>
          <p:cNvPr id="363" name="Google Shape;363;p2"/>
          <p:cNvSpPr txBox="1"/>
          <p:nvPr/>
        </p:nvSpPr>
        <p:spPr>
          <a:xfrm>
            <a:off x="2055543" y="1921036"/>
            <a:ext cx="4616604" cy="132343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4000" u="none" cap="none" strike="noStrike">
                <a:solidFill>
                  <a:srgbClr val="FF66FF"/>
                </a:solidFill>
                <a:latin typeface="Arial"/>
                <a:ea typeface="Arial"/>
                <a:cs typeface="Arial"/>
                <a:sym typeface="Arial"/>
              </a:rPr>
              <a:t>SHIPPING </a:t>
            </a:r>
            <a:endParaRPr/>
          </a:p>
          <a:p>
            <a:pPr indent="0" lvl="0" marL="0" marR="0" rtl="0" algn="ctr">
              <a:lnSpc>
                <a:spcPct val="100000"/>
              </a:lnSpc>
              <a:spcBef>
                <a:spcPts val="0"/>
              </a:spcBef>
              <a:spcAft>
                <a:spcPts val="0"/>
              </a:spcAft>
              <a:buNone/>
            </a:pPr>
            <a:r>
              <a:rPr b="1" i="0" lang="en-US" sz="4000" u="none" cap="none" strike="noStrike">
                <a:solidFill>
                  <a:srgbClr val="FF66FF"/>
                </a:solidFill>
                <a:latin typeface="Arial"/>
                <a:ea typeface="Arial"/>
                <a:cs typeface="Arial"/>
                <a:sym typeface="Arial"/>
              </a:rPr>
              <a:t>INFORMATION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p>
            <a:pPr indent="0" lvl="0" marL="0" marR="0" rtl="0" algn="l">
              <a:lnSpc>
                <a:spcPct val="100000"/>
              </a:lnSpc>
              <a:spcBef>
                <a:spcPts val="0"/>
              </a:spcBef>
              <a:spcAft>
                <a:spcPts val="0"/>
              </a:spcAft>
              <a:buClr>
                <a:srgbClr val="BD0F72"/>
              </a:buClr>
              <a:buSzPts val="1900"/>
              <a:buFont typeface="Arial Black"/>
              <a:buNone/>
            </a:pPr>
            <a:r>
              <a:rPr lang="en-US"/>
              <a:t>Shipping Information</a:t>
            </a:r>
            <a:endParaRPr/>
          </a:p>
        </p:txBody>
      </p:sp>
      <p:sp>
        <p:nvSpPr>
          <p:cNvPr id="369" name="Google Shape;369;p3"/>
          <p:cNvSpPr txBox="1"/>
          <p:nvPr>
            <p:ph idx="1" type="body"/>
          </p:nvPr>
        </p:nvSpPr>
        <p:spPr>
          <a:xfrm>
            <a:off x="203001" y="725365"/>
            <a:ext cx="8738100" cy="4134600"/>
          </a:xfrm>
          <a:prstGeom prst="rect">
            <a:avLst/>
          </a:prstGeom>
          <a:noFill/>
          <a:ln>
            <a:noFill/>
          </a:ln>
        </p:spPr>
        <p:txBody>
          <a:bodyPr anchorCtr="0" anchor="t" bIns="17150" lIns="34275" spcFirstLastPara="1" rIns="34275" wrap="square" tIns="17150">
            <a:noAutofit/>
          </a:bodyPr>
          <a:lstStyle/>
          <a:p>
            <a:pPr indent="0" lvl="0" marL="158750" rtl="0" algn="l">
              <a:lnSpc>
                <a:spcPct val="100000"/>
              </a:lnSpc>
              <a:spcBef>
                <a:spcPts val="1100"/>
              </a:spcBef>
              <a:spcAft>
                <a:spcPts val="0"/>
              </a:spcAft>
              <a:buSzPts val="1100"/>
              <a:buNone/>
            </a:pPr>
            <a:r>
              <a:rPr lang="en-US" sz="1200">
                <a:solidFill>
                  <a:srgbClr val="CC0099"/>
                </a:solidFill>
              </a:rPr>
              <a:t>*Shipper </a:t>
            </a:r>
            <a:r>
              <a:rPr lang="en-US" sz="1200"/>
              <a:t>= The company sending goods.</a:t>
            </a:r>
            <a:endParaRPr/>
          </a:p>
          <a:p>
            <a:pPr indent="0" lvl="0" marL="158750" rtl="0" algn="l">
              <a:lnSpc>
                <a:spcPct val="100000"/>
              </a:lnSpc>
              <a:spcBef>
                <a:spcPts val="1100"/>
              </a:spcBef>
              <a:spcAft>
                <a:spcPts val="0"/>
              </a:spcAft>
              <a:buSzPts val="1100"/>
              <a:buNone/>
            </a:pPr>
            <a:r>
              <a:rPr lang="en-US" sz="1200">
                <a:solidFill>
                  <a:srgbClr val="CC0099"/>
                </a:solidFill>
              </a:rPr>
              <a:t>*Consignee </a:t>
            </a:r>
            <a:r>
              <a:rPr lang="en-US" sz="1200"/>
              <a:t>= A person or company to whom commodities are shipped.Officially, the legal owner of the cargo</a:t>
            </a:r>
            <a:endParaRPr/>
          </a:p>
          <a:p>
            <a:pPr indent="0" lvl="0" marL="158750" rtl="0" algn="l">
              <a:lnSpc>
                <a:spcPct val="100000"/>
              </a:lnSpc>
              <a:spcBef>
                <a:spcPts val="1100"/>
              </a:spcBef>
              <a:spcAft>
                <a:spcPts val="0"/>
              </a:spcAft>
              <a:buSzPts val="1100"/>
              <a:buNone/>
            </a:pPr>
            <a:r>
              <a:rPr lang="en-US" sz="1200">
                <a:solidFill>
                  <a:srgbClr val="CC0099"/>
                </a:solidFill>
              </a:rPr>
              <a:t>*Forwarder </a:t>
            </a:r>
            <a:r>
              <a:rPr lang="en-US" sz="1200"/>
              <a:t>= One that forwards, especially an agent that facilitates and assures that passage of received goods  to their destination.</a:t>
            </a:r>
            <a:endParaRPr/>
          </a:p>
          <a:p>
            <a:pPr indent="0" lvl="0" marL="158750" rtl="0" algn="l">
              <a:lnSpc>
                <a:spcPct val="100000"/>
              </a:lnSpc>
              <a:spcBef>
                <a:spcPts val="1100"/>
              </a:spcBef>
              <a:spcAft>
                <a:spcPts val="0"/>
              </a:spcAft>
              <a:buSzPts val="1100"/>
              <a:buNone/>
            </a:pPr>
            <a:r>
              <a:rPr lang="en-US" sz="1200">
                <a:solidFill>
                  <a:srgbClr val="CC0099"/>
                </a:solidFill>
              </a:rPr>
              <a:t>*Broker </a:t>
            </a:r>
            <a:r>
              <a:rPr lang="en-US" sz="1200"/>
              <a:t>= Prepares all the necessary documentation and makes other arrangement on be haft of a third party for a fee or commission.</a:t>
            </a:r>
            <a:endParaRPr sz="1400"/>
          </a:p>
          <a:p>
            <a:pPr indent="0" lvl="0" marL="158750" rtl="0" algn="l">
              <a:lnSpc>
                <a:spcPct val="100000"/>
              </a:lnSpc>
              <a:spcBef>
                <a:spcPts val="1100"/>
              </a:spcBef>
              <a:spcAft>
                <a:spcPts val="0"/>
              </a:spcAft>
              <a:buSzPts val="1100"/>
              <a:buNone/>
            </a:pPr>
            <a:r>
              <a:rPr lang="en-US" sz="1200">
                <a:solidFill>
                  <a:srgbClr val="CC0099"/>
                </a:solidFill>
              </a:rPr>
              <a:t>*Freight Prepaid </a:t>
            </a:r>
            <a:r>
              <a:rPr lang="en-US" sz="1200"/>
              <a:t>= A notation or a bill of lading indicating that transportation freight charges have been paid or paid at the origin.</a:t>
            </a:r>
            <a:endParaRPr/>
          </a:p>
          <a:p>
            <a:pPr indent="0" lvl="0" marL="158750" rtl="0" algn="l">
              <a:lnSpc>
                <a:spcPct val="100000"/>
              </a:lnSpc>
              <a:spcBef>
                <a:spcPts val="1100"/>
              </a:spcBef>
              <a:spcAft>
                <a:spcPts val="0"/>
              </a:spcAft>
              <a:buSzPts val="1100"/>
              <a:buNone/>
            </a:pPr>
            <a:r>
              <a:rPr lang="en-US" sz="1200">
                <a:solidFill>
                  <a:srgbClr val="CC0099"/>
                </a:solidFill>
              </a:rPr>
              <a:t>*Freight Collect </a:t>
            </a:r>
            <a:r>
              <a:rPr lang="en-US" sz="1200"/>
              <a:t>=   A notation or a bill of lading indicating that freight charges are collected from companies by the delivering carrier.</a:t>
            </a:r>
            <a:endParaRPr/>
          </a:p>
          <a:p>
            <a:pPr indent="0" lvl="0" marL="158750" rtl="0" algn="l">
              <a:lnSpc>
                <a:spcPct val="100000"/>
              </a:lnSpc>
              <a:spcBef>
                <a:spcPts val="1100"/>
              </a:spcBef>
              <a:spcAft>
                <a:spcPts val="0"/>
              </a:spcAft>
              <a:buSzPts val="1100"/>
              <a:buNone/>
            </a:pPr>
            <a:r>
              <a:rPr lang="en-US" sz="1200"/>
              <a:t> </a:t>
            </a:r>
            <a:r>
              <a:rPr lang="en-US" sz="1200">
                <a:solidFill>
                  <a:srgbClr val="CC0099"/>
                </a:solidFill>
              </a:rPr>
              <a:t>*Feeder Vessel  </a:t>
            </a:r>
            <a:r>
              <a:rPr lang="en-US" sz="1200"/>
              <a:t>=    Vessel coming/going to the transshipment port.</a:t>
            </a:r>
            <a:endParaRPr/>
          </a:p>
          <a:p>
            <a:pPr indent="0" lvl="0" marL="158750" rtl="0" algn="l">
              <a:lnSpc>
                <a:spcPct val="100000"/>
              </a:lnSpc>
              <a:spcBef>
                <a:spcPts val="1100"/>
              </a:spcBef>
              <a:spcAft>
                <a:spcPts val="0"/>
              </a:spcAft>
              <a:buSzPts val="1100"/>
              <a:buNone/>
            </a:pPr>
            <a:r>
              <a:rPr lang="en-US" sz="1200">
                <a:solidFill>
                  <a:srgbClr val="CC0099"/>
                </a:solidFill>
              </a:rPr>
              <a:t>*Mother Vessel </a:t>
            </a:r>
            <a:r>
              <a:rPr lang="en-US" sz="1200"/>
              <a:t>=    A vessel where the cargoes are transferred from the feeder vessel to be deliver to its final destination.</a:t>
            </a:r>
            <a:endParaRPr/>
          </a:p>
          <a:p>
            <a:pPr indent="0" lvl="0" marL="158750" rtl="0" algn="l">
              <a:lnSpc>
                <a:spcPct val="100000"/>
              </a:lnSpc>
              <a:spcBef>
                <a:spcPts val="1100"/>
              </a:spcBef>
              <a:spcAft>
                <a:spcPts val="0"/>
              </a:spcAft>
              <a:buSzPts val="1100"/>
              <a:buNone/>
            </a:pPr>
            <a:r>
              <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p>
            <a:pPr indent="0" lvl="0" marL="0" marR="0" rtl="0" algn="l">
              <a:lnSpc>
                <a:spcPct val="100000"/>
              </a:lnSpc>
              <a:spcBef>
                <a:spcPts val="0"/>
              </a:spcBef>
              <a:spcAft>
                <a:spcPts val="0"/>
              </a:spcAft>
              <a:buClr>
                <a:srgbClr val="BD0F72"/>
              </a:buClr>
              <a:buSzPts val="1900"/>
              <a:buFont typeface="Arial Black"/>
              <a:buNone/>
            </a:pPr>
            <a:r>
              <a:rPr lang="en-US"/>
              <a:t>Shipping Information</a:t>
            </a:r>
            <a:endParaRPr/>
          </a:p>
        </p:txBody>
      </p:sp>
      <p:sp>
        <p:nvSpPr>
          <p:cNvPr id="375" name="Google Shape;375;p4"/>
          <p:cNvSpPr txBox="1"/>
          <p:nvPr>
            <p:ph idx="1" type="body"/>
          </p:nvPr>
        </p:nvSpPr>
        <p:spPr>
          <a:xfrm>
            <a:off x="203001" y="725365"/>
            <a:ext cx="8738100" cy="4134600"/>
          </a:xfrm>
          <a:prstGeom prst="rect">
            <a:avLst/>
          </a:prstGeom>
          <a:noFill/>
          <a:ln>
            <a:noFill/>
          </a:ln>
        </p:spPr>
        <p:txBody>
          <a:bodyPr anchorCtr="0" anchor="t" bIns="17150" lIns="34275" spcFirstLastPara="1" rIns="34275" wrap="square" tIns="17150">
            <a:noAutofit/>
          </a:bodyPr>
          <a:lstStyle/>
          <a:p>
            <a:pPr indent="-298450" lvl="0" marL="457200" marR="0" rtl="0" algn="l">
              <a:lnSpc>
                <a:spcPct val="100000"/>
              </a:lnSpc>
              <a:spcBef>
                <a:spcPts val="1100"/>
              </a:spcBef>
              <a:spcAft>
                <a:spcPts val="0"/>
              </a:spcAft>
              <a:buClr>
                <a:srgbClr val="000000"/>
              </a:buClr>
              <a:buSzPts val="1100"/>
              <a:buFont typeface="Arial"/>
              <a:buChar char="•"/>
            </a:pPr>
            <a:r>
              <a:rPr lang="en-US" sz="1200">
                <a:solidFill>
                  <a:srgbClr val="CC0099"/>
                </a:solidFill>
              </a:rPr>
              <a:t>Demurrage</a:t>
            </a:r>
            <a:r>
              <a:rPr lang="en-US" sz="1200"/>
              <a:t> = Charges that a shipper or consignee must pay to the carrier for failing to deliver or receive a shipment to/from a storage facility within a prescribe period of time.</a:t>
            </a:r>
            <a:endParaRPr/>
          </a:p>
          <a:p>
            <a:pPr indent="-298450" lvl="0" marL="457200" marR="0" rtl="0" algn="l">
              <a:lnSpc>
                <a:spcPct val="100000"/>
              </a:lnSpc>
              <a:spcBef>
                <a:spcPts val="1100"/>
              </a:spcBef>
              <a:spcAft>
                <a:spcPts val="0"/>
              </a:spcAft>
              <a:buClr>
                <a:srgbClr val="000000"/>
              </a:buClr>
              <a:buSzPts val="1100"/>
              <a:buFont typeface="Arial"/>
              <a:buChar char="•"/>
            </a:pPr>
            <a:r>
              <a:rPr lang="en-US" sz="1200">
                <a:solidFill>
                  <a:srgbClr val="CC0099"/>
                </a:solidFill>
              </a:rPr>
              <a:t>Detention</a:t>
            </a:r>
            <a:r>
              <a:rPr lang="en-US" sz="1200"/>
              <a:t> = An assessment against cargo when a shipper, consignee or agent has used equipment beyond the specific free time period.</a:t>
            </a:r>
            <a:endParaRPr/>
          </a:p>
          <a:p>
            <a:pPr indent="-298450" lvl="0" marL="457200" marR="0" rtl="0" algn="l">
              <a:lnSpc>
                <a:spcPct val="100000"/>
              </a:lnSpc>
              <a:spcBef>
                <a:spcPts val="1100"/>
              </a:spcBef>
              <a:spcAft>
                <a:spcPts val="0"/>
              </a:spcAft>
              <a:buClr>
                <a:srgbClr val="000000"/>
              </a:buClr>
              <a:buSzPts val="1100"/>
              <a:buFont typeface="Arial"/>
              <a:buChar char="•"/>
            </a:pPr>
            <a:r>
              <a:rPr lang="en-US" sz="1200">
                <a:solidFill>
                  <a:srgbClr val="CC0099"/>
                </a:solidFill>
              </a:rPr>
              <a:t>Transshipment</a:t>
            </a:r>
            <a:r>
              <a:rPr lang="en-US" sz="1200"/>
              <a:t> = Unload cargo at one point, then reload it for shipment to destination.</a:t>
            </a:r>
            <a:endParaRPr/>
          </a:p>
          <a:p>
            <a:pPr indent="-298450" lvl="0" marL="457200" marR="0" rtl="0" algn="l">
              <a:lnSpc>
                <a:spcPct val="100000"/>
              </a:lnSpc>
              <a:spcBef>
                <a:spcPts val="1100"/>
              </a:spcBef>
              <a:spcAft>
                <a:spcPts val="0"/>
              </a:spcAft>
              <a:buClr>
                <a:srgbClr val="000000"/>
              </a:buClr>
              <a:buSzPts val="1100"/>
              <a:buFont typeface="Arial"/>
              <a:buChar char="•"/>
            </a:pPr>
            <a:r>
              <a:rPr lang="en-US" sz="1200">
                <a:solidFill>
                  <a:srgbClr val="CC0099"/>
                </a:solidFill>
              </a:rPr>
              <a:t>Proforma</a:t>
            </a:r>
            <a:r>
              <a:rPr lang="en-US" sz="1200"/>
              <a:t> =  A document submitted by the shipper which contain the shipper details needed to make a bill  of lading.</a:t>
            </a:r>
            <a:endParaRPr/>
          </a:p>
          <a:p>
            <a:pPr indent="-298450" lvl="0" marL="457200" marR="0" rtl="0" algn="l">
              <a:lnSpc>
                <a:spcPct val="100000"/>
              </a:lnSpc>
              <a:spcBef>
                <a:spcPts val="1100"/>
              </a:spcBef>
              <a:spcAft>
                <a:spcPts val="0"/>
              </a:spcAft>
              <a:buClr>
                <a:srgbClr val="000000"/>
              </a:buClr>
              <a:buSzPts val="1100"/>
              <a:buFont typeface="Arial"/>
              <a:buChar char="•"/>
            </a:pPr>
            <a:r>
              <a:rPr lang="en-US" sz="1200">
                <a:solidFill>
                  <a:srgbClr val="CC0099"/>
                </a:solidFill>
              </a:rPr>
              <a:t>Manifest </a:t>
            </a:r>
            <a:r>
              <a:rPr lang="en-US" sz="1200"/>
              <a:t>  =  A document listing of the cargo stowed aboard a vessel, usually broken down by port of of unloading; it summarizes the individual bill of lading issued for each consignment and is provided to customers authorities for inspection upon landing.</a:t>
            </a:r>
            <a:endParaRPr/>
          </a:p>
          <a:p>
            <a:pPr indent="-298450" lvl="0" marL="457200" marR="0" rtl="0" algn="l">
              <a:lnSpc>
                <a:spcPct val="100000"/>
              </a:lnSpc>
              <a:spcBef>
                <a:spcPts val="1100"/>
              </a:spcBef>
              <a:spcAft>
                <a:spcPts val="0"/>
              </a:spcAft>
              <a:buClr>
                <a:srgbClr val="000000"/>
              </a:buClr>
              <a:buSzPts val="1100"/>
              <a:buFont typeface="Arial"/>
              <a:buChar char="•"/>
            </a:pPr>
            <a:r>
              <a:rPr lang="en-US" sz="1200">
                <a:solidFill>
                  <a:srgbClr val="CC0099"/>
                </a:solidFill>
              </a:rPr>
              <a:t>SOC</a:t>
            </a:r>
            <a:r>
              <a:rPr lang="en-US" sz="1200"/>
              <a:t>   =          “Shipper’s Own Container”, the container is owned by the shipper and only using  the service of the company for their shipment.</a:t>
            </a:r>
            <a:endParaRPr/>
          </a:p>
          <a:p>
            <a:pPr indent="-228600" lvl="0" marL="457200" marR="0" rtl="0" algn="l">
              <a:lnSpc>
                <a:spcPct val="100000"/>
              </a:lnSpc>
              <a:spcBef>
                <a:spcPts val="1100"/>
              </a:spcBef>
              <a:spcAft>
                <a:spcPts val="0"/>
              </a:spcAft>
              <a:buClr>
                <a:srgbClr val="000000"/>
              </a:buClr>
              <a:buSzPts val="1100"/>
              <a:buFont typeface="Arial"/>
              <a:buNone/>
            </a:pPr>
            <a:r>
              <a:t/>
            </a:r>
            <a:endParaRPr sz="1200"/>
          </a:p>
          <a:p>
            <a:pPr indent="-228600" lvl="0" marL="457200" marR="0" rtl="0" algn="l">
              <a:lnSpc>
                <a:spcPct val="100000"/>
              </a:lnSpc>
              <a:spcBef>
                <a:spcPts val="1100"/>
              </a:spcBef>
              <a:spcAft>
                <a:spcPts val="0"/>
              </a:spcAft>
              <a:buClr>
                <a:srgbClr val="000000"/>
              </a:buClr>
              <a:buSzPts val="1100"/>
              <a:buFont typeface="Arial"/>
              <a:buNone/>
            </a:pPr>
            <a:r>
              <a:t/>
            </a:r>
            <a:endParaRPr sz="1200"/>
          </a:p>
          <a:p>
            <a:pPr indent="-228600" lvl="0" marL="457200" marR="0" rtl="0" algn="l">
              <a:lnSpc>
                <a:spcPct val="100000"/>
              </a:lnSpc>
              <a:spcBef>
                <a:spcPts val="1100"/>
              </a:spcBef>
              <a:spcAft>
                <a:spcPts val="0"/>
              </a:spcAft>
              <a:buClr>
                <a:srgbClr val="000000"/>
              </a:buClr>
              <a:buSzPts val="1100"/>
              <a:buFont typeface="Arial"/>
              <a:buNone/>
            </a:pPr>
            <a:r>
              <a:t/>
            </a:r>
            <a:endParaRPr sz="1200"/>
          </a:p>
          <a:p>
            <a:pPr indent="-228600" lvl="0" marL="457200" marR="0" rtl="0" algn="l">
              <a:lnSpc>
                <a:spcPct val="100000"/>
              </a:lnSpc>
              <a:spcBef>
                <a:spcPts val="1100"/>
              </a:spcBef>
              <a:spcAft>
                <a:spcPts val="0"/>
              </a:spcAft>
              <a:buClr>
                <a:srgbClr val="000000"/>
              </a:buClr>
              <a:buSzPts val="1100"/>
              <a:buFont typeface="Arial"/>
              <a:buNone/>
            </a:pPr>
            <a:r>
              <a:t/>
            </a:r>
            <a:endParaRPr sz="1200"/>
          </a:p>
          <a:p>
            <a:pPr indent="-228600" lvl="0" marL="457200" marR="0" rtl="0" algn="l">
              <a:lnSpc>
                <a:spcPct val="100000"/>
              </a:lnSpc>
              <a:spcBef>
                <a:spcPts val="1100"/>
              </a:spcBef>
              <a:spcAft>
                <a:spcPts val="0"/>
              </a:spcAft>
              <a:buClr>
                <a:srgbClr val="000000"/>
              </a:buClr>
              <a:buSzPts val="1100"/>
              <a:buFont typeface="Arial"/>
              <a:buNone/>
            </a:pPr>
            <a:r>
              <a:t/>
            </a:r>
            <a:endParaRPr sz="1200"/>
          </a:p>
          <a:p>
            <a:pPr indent="-228600" lvl="0" marL="457200" marR="0" rtl="0" algn="l">
              <a:lnSpc>
                <a:spcPct val="100000"/>
              </a:lnSpc>
              <a:spcBef>
                <a:spcPts val="1100"/>
              </a:spcBef>
              <a:spcAft>
                <a:spcPts val="0"/>
              </a:spcAft>
              <a:buClr>
                <a:srgbClr val="000000"/>
              </a:buClr>
              <a:buSzPts val="1100"/>
              <a:buFont typeface="Arial"/>
              <a:buNone/>
            </a:pPr>
            <a:r>
              <a:t/>
            </a:r>
            <a:endParaRPr sz="1200"/>
          </a:p>
          <a:p>
            <a:pPr indent="-228600" lvl="0" marL="457200" marR="0" rtl="0" algn="l">
              <a:lnSpc>
                <a:spcPct val="100000"/>
              </a:lnSpc>
              <a:spcBef>
                <a:spcPts val="1100"/>
              </a:spcBef>
              <a:spcAft>
                <a:spcPts val="0"/>
              </a:spcAft>
              <a:buClr>
                <a:srgbClr val="000000"/>
              </a:buClr>
              <a:buSzPts val="1100"/>
              <a:buFont typeface="Arial"/>
              <a:buNone/>
            </a:pPr>
            <a:r>
              <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p>
            <a:pPr indent="0" lvl="0" marL="0" marR="0" rtl="0" algn="l">
              <a:lnSpc>
                <a:spcPct val="100000"/>
              </a:lnSpc>
              <a:spcBef>
                <a:spcPts val="0"/>
              </a:spcBef>
              <a:spcAft>
                <a:spcPts val="0"/>
              </a:spcAft>
              <a:buClr>
                <a:srgbClr val="BD0F72"/>
              </a:buClr>
              <a:buSzPts val="1900"/>
              <a:buFont typeface="Arial Black"/>
              <a:buNone/>
            </a:pPr>
            <a:r>
              <a:rPr lang="en-US"/>
              <a:t>Shipping Information</a:t>
            </a:r>
            <a:endParaRPr/>
          </a:p>
        </p:txBody>
      </p:sp>
      <p:sp>
        <p:nvSpPr>
          <p:cNvPr id="381" name="Google Shape;381;p5"/>
          <p:cNvSpPr/>
          <p:nvPr/>
        </p:nvSpPr>
        <p:spPr>
          <a:xfrm>
            <a:off x="150055" y="619565"/>
            <a:ext cx="2524565" cy="439615"/>
          </a:xfrm>
          <a:prstGeom prst="roundRect">
            <a:avLst>
              <a:gd fmla="val 16667" name="adj"/>
            </a:avLst>
          </a:prstGeom>
          <a:solidFill>
            <a:srgbClr val="00B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Corbel"/>
                <a:ea typeface="Corbel"/>
                <a:cs typeface="Corbel"/>
                <a:sym typeface="Corbel"/>
              </a:rPr>
              <a:t>Mode of  Transport</a:t>
            </a:r>
            <a:endParaRPr/>
          </a:p>
        </p:txBody>
      </p:sp>
      <p:sp>
        <p:nvSpPr>
          <p:cNvPr id="382" name="Google Shape;382;p5"/>
          <p:cNvSpPr/>
          <p:nvPr/>
        </p:nvSpPr>
        <p:spPr>
          <a:xfrm>
            <a:off x="1390532" y="1157119"/>
            <a:ext cx="7478700" cy="128128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209550" lvl="0" marL="28575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orbel"/>
              <a:ea typeface="Corbel"/>
              <a:cs typeface="Corbel"/>
              <a:sym typeface="Corbel"/>
            </a:endParaRPr>
          </a:p>
          <a:p>
            <a:pPr indent="-209550" lvl="0" marL="28575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Corbel"/>
              <a:ea typeface="Corbel"/>
              <a:cs typeface="Corbel"/>
              <a:sym typeface="Corbel"/>
            </a:endParaRPr>
          </a:p>
          <a:p>
            <a:pPr indent="-209550" lvl="0" marL="28575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Corbel"/>
              <a:ea typeface="Corbel"/>
              <a:cs typeface="Corbel"/>
              <a:sym typeface="Corbel"/>
            </a:endParaRPr>
          </a:p>
          <a:p>
            <a:pPr indent="-209550" lvl="0" marL="28575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Corbel"/>
              <a:ea typeface="Corbel"/>
              <a:cs typeface="Corbel"/>
              <a:sym typeface="Corbel"/>
            </a:endParaRPr>
          </a:p>
          <a:p>
            <a:pPr indent="-209550" lvl="0" marL="285750" marR="0" rtl="0" algn="l">
              <a:lnSpc>
                <a:spcPct val="100000"/>
              </a:lnSpc>
              <a:spcBef>
                <a:spcPts val="0"/>
              </a:spcBef>
              <a:spcAft>
                <a:spcPts val="0"/>
              </a:spcAft>
              <a:buClr>
                <a:srgbClr val="000000"/>
              </a:buClr>
              <a:buSzPts val="1200"/>
              <a:buFont typeface="Arial"/>
              <a:buNone/>
            </a:pPr>
            <a:r>
              <a:t/>
            </a:r>
            <a:endParaRPr b="1" i="0" sz="1200" u="none" cap="none" strike="noStrike">
              <a:solidFill>
                <a:srgbClr val="000000"/>
              </a:solidFill>
              <a:latin typeface="Corbel"/>
              <a:ea typeface="Corbel"/>
              <a:cs typeface="Corbel"/>
              <a:sym typeface="Corbel"/>
            </a:endParaRPr>
          </a:p>
          <a:p>
            <a:pPr indent="-196850" lvl="0" marL="28575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Corbel"/>
              <a:ea typeface="Corbel"/>
              <a:cs typeface="Corbel"/>
              <a:sym typeface="Corbel"/>
            </a:endParaRPr>
          </a:p>
          <a:p>
            <a:pPr indent="-196850" lvl="0" marL="28575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Corbel"/>
              <a:ea typeface="Corbel"/>
              <a:cs typeface="Corbel"/>
              <a:sym typeface="Corbel"/>
            </a:endParaRPr>
          </a:p>
          <a:p>
            <a:pPr indent="-196850" lvl="0" marL="28575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Corbel"/>
              <a:ea typeface="Corbel"/>
              <a:cs typeface="Corbel"/>
              <a:sym typeface="Corbel"/>
            </a:endParaRPr>
          </a:p>
          <a:p>
            <a:pPr indent="-196850" lvl="0" marL="28575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Corbel"/>
              <a:ea typeface="Corbel"/>
              <a:cs typeface="Corbel"/>
              <a:sym typeface="Corbel"/>
            </a:endParaRPr>
          </a:p>
          <a:p>
            <a:pPr indent="-196850" lvl="0" marL="28575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Corbel"/>
              <a:ea typeface="Corbel"/>
              <a:cs typeface="Corbel"/>
              <a:sym typeface="Corbel"/>
            </a:endParaRPr>
          </a:p>
          <a:p>
            <a:pPr indent="-196850" lvl="0" marL="28575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Corbel"/>
              <a:ea typeface="Corbel"/>
              <a:cs typeface="Corbel"/>
              <a:sym typeface="Corbel"/>
            </a:endParaRPr>
          </a:p>
          <a:p>
            <a:pPr indent="-196850" lvl="0" marL="28575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Corbel"/>
              <a:ea typeface="Corbel"/>
              <a:cs typeface="Corbel"/>
              <a:sym typeface="Corbel"/>
            </a:endParaRPr>
          </a:p>
          <a:p>
            <a:pPr indent="-196850" lvl="0" marL="28575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Corbel"/>
              <a:ea typeface="Corbel"/>
              <a:cs typeface="Corbel"/>
              <a:sym typeface="Corbel"/>
            </a:endParaRPr>
          </a:p>
          <a:p>
            <a:pPr indent="-285750" lvl="0" marL="28575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Corbel"/>
                <a:ea typeface="Corbel"/>
                <a:cs typeface="Corbel"/>
                <a:sym typeface="Corbel"/>
              </a:rPr>
              <a:t>CY</a:t>
            </a:r>
            <a:r>
              <a:rPr b="0" i="0" lang="en-US" sz="1400" u="none" cap="none" strike="noStrike">
                <a:solidFill>
                  <a:srgbClr val="000000"/>
                </a:solidFill>
                <a:latin typeface="Corbel"/>
                <a:ea typeface="Corbel"/>
                <a:cs typeface="Corbel"/>
                <a:sym typeface="Corbel"/>
              </a:rPr>
              <a:t> – Container Yard</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rbel"/>
                <a:ea typeface="Corbel"/>
                <a:cs typeface="Corbel"/>
                <a:sym typeface="Corbel"/>
              </a:rPr>
              <a:t>		 - Facility where full and empty containers are stored.</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orbel"/>
              <a:ea typeface="Corbel"/>
              <a:cs typeface="Corbel"/>
              <a:sym typeface="Corbel"/>
            </a:endParaRPr>
          </a:p>
          <a:p>
            <a:pPr indent="-457200" lvl="0" marL="457200" marR="0" rtl="0" algn="l">
              <a:lnSpc>
                <a:spcPct val="100000"/>
              </a:lnSpc>
              <a:spcBef>
                <a:spcPts val="0"/>
              </a:spcBef>
              <a:spcAft>
                <a:spcPts val="0"/>
              </a:spcAft>
              <a:buClr>
                <a:srgbClr val="000000"/>
              </a:buClr>
              <a:buSzPts val="1400"/>
              <a:buFont typeface="Arial"/>
              <a:buChar char="•"/>
            </a:pPr>
            <a:r>
              <a:rPr b="1" i="0" lang="en-US" sz="1400" u="none" cap="none" strike="noStrike">
                <a:solidFill>
                  <a:srgbClr val="000000"/>
                </a:solidFill>
                <a:latin typeface="Corbel"/>
                <a:ea typeface="Corbel"/>
                <a:cs typeface="Corbel"/>
                <a:sym typeface="Corbel"/>
              </a:rPr>
              <a:t>CFS</a:t>
            </a:r>
            <a:r>
              <a:rPr b="0" i="0" lang="en-US" sz="1400" u="none" cap="none" strike="noStrike">
                <a:solidFill>
                  <a:srgbClr val="000000"/>
                </a:solidFill>
                <a:latin typeface="Corbel"/>
                <a:ea typeface="Corbel"/>
                <a:cs typeface="Corbel"/>
                <a:sym typeface="Corbel"/>
              </a:rPr>
              <a:t> – Container Freight Station</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rbel"/>
                <a:ea typeface="Corbel"/>
                <a:cs typeface="Corbel"/>
                <a:sym typeface="Corbel"/>
              </a:rPr>
              <a:t>		 - Warehouse facility for 	loading/unloading less than full   container.</a:t>
            </a:r>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rbel"/>
                <a:ea typeface="Corbel"/>
                <a:cs typeface="Corbel"/>
                <a:sym typeface="Corbel"/>
              </a:rPr>
              <a:t> </a:t>
            </a:r>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Corbel"/>
                <a:ea typeface="Corbel"/>
                <a:cs typeface="Corbel"/>
                <a:sym typeface="Corbel"/>
              </a:rPr>
              <a:t> </a:t>
            </a:r>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Corbel"/>
              <a:ea typeface="Corbel"/>
              <a:cs typeface="Corbel"/>
              <a:sym typeface="Corbel"/>
            </a:endParaRPr>
          </a:p>
          <a:p>
            <a:pPr indent="-35560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a:p>
            <a:pPr indent="-35560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Corbel"/>
              <a:ea typeface="Corbel"/>
              <a:cs typeface="Corbel"/>
              <a:sym typeface="Corbel"/>
            </a:endParaRPr>
          </a:p>
        </p:txBody>
      </p:sp>
      <p:sp>
        <p:nvSpPr>
          <p:cNvPr id="383" name="Google Shape;383;p5"/>
          <p:cNvSpPr/>
          <p:nvPr/>
        </p:nvSpPr>
        <p:spPr>
          <a:xfrm>
            <a:off x="200101" y="2588362"/>
            <a:ext cx="2524565" cy="439615"/>
          </a:xfrm>
          <a:prstGeom prst="roundRect">
            <a:avLst>
              <a:gd fmla="val 16667" name="adj"/>
            </a:avLst>
          </a:prstGeom>
          <a:solidFill>
            <a:srgbClr val="00B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Corbel"/>
                <a:ea typeface="Corbel"/>
                <a:cs typeface="Corbel"/>
                <a:sym typeface="Corbel"/>
              </a:rPr>
              <a:t>Mode of  Transport</a:t>
            </a:r>
            <a:endParaRPr/>
          </a:p>
        </p:txBody>
      </p:sp>
      <p:sp>
        <p:nvSpPr>
          <p:cNvPr id="384" name="Google Shape;384;p5"/>
          <p:cNvSpPr/>
          <p:nvPr/>
        </p:nvSpPr>
        <p:spPr>
          <a:xfrm>
            <a:off x="1462383" y="3202208"/>
            <a:ext cx="6608936" cy="1568345"/>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orbel"/>
                <a:ea typeface="Corbel"/>
                <a:cs typeface="Corbel"/>
                <a:sym typeface="Corbel"/>
              </a:rPr>
              <a:t>  </a:t>
            </a:r>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Corbel"/>
                <a:ea typeface="Corbel"/>
                <a:cs typeface="Corbel"/>
                <a:sym typeface="Corbel"/>
              </a:rPr>
              <a:t>  </a:t>
            </a:r>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sng"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orbel"/>
              <a:ea typeface="Corbel"/>
              <a:cs typeface="Corbel"/>
              <a:sym typeface="Corbel"/>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Corbel"/>
              <a:ea typeface="Corbel"/>
              <a:cs typeface="Corbel"/>
              <a:sym typeface="Corbel"/>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Corbel"/>
              <a:ea typeface="Corbel"/>
              <a:cs typeface="Corbel"/>
              <a:sym typeface="Corbel"/>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Corbel"/>
              <a:ea typeface="Corbel"/>
              <a:cs typeface="Corbel"/>
              <a:sym typeface="Corbel"/>
            </a:endParaRPr>
          </a:p>
          <a:p>
            <a:pPr indent="-457200" lvl="0" marL="4572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Corbel"/>
                <a:ea typeface="Corbel"/>
                <a:cs typeface="Corbel"/>
                <a:sym typeface="Corbel"/>
              </a:rPr>
              <a:t>CY/CY                CFS/CFS		Door/Door	 </a:t>
            </a:r>
            <a:endParaRPr/>
          </a:p>
          <a:p>
            <a:pPr indent="-457200" lvl="0" marL="4572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Corbel"/>
                <a:ea typeface="Corbel"/>
                <a:cs typeface="Corbel"/>
                <a:sym typeface="Corbel"/>
              </a:rPr>
              <a:t>CY/DOOR        CFS/CY</a:t>
            </a:r>
            <a:endParaRPr/>
          </a:p>
          <a:p>
            <a:pPr indent="-457200" lvl="0" marL="45720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Corbel"/>
                <a:ea typeface="Corbel"/>
                <a:cs typeface="Corbel"/>
                <a:sym typeface="Corbel"/>
              </a:rPr>
              <a:t>CY/CFS             Door/CY</a:t>
            </a:r>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orbel"/>
                <a:ea typeface="Corbel"/>
                <a:cs typeface="Corbel"/>
                <a:sym typeface="Corbel"/>
              </a:rPr>
              <a:t> </a:t>
            </a:r>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Corbel"/>
              <a:ea typeface="Corbel"/>
              <a:cs typeface="Corbel"/>
              <a:sym typeface="Corbel"/>
            </a:endParaRPr>
          </a:p>
          <a:p>
            <a:pPr indent="-27940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Corbel"/>
              <a:ea typeface="Corbel"/>
              <a:cs typeface="Corbel"/>
              <a:sym typeface="Corbel"/>
            </a:endParaRPr>
          </a:p>
          <a:p>
            <a:pPr indent="-27940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Corbel"/>
              <a:ea typeface="Corbel"/>
              <a:cs typeface="Corbel"/>
              <a:sym typeface="Corbel"/>
            </a:endParaRPr>
          </a:p>
        </p:txBody>
      </p:sp>
      <p:sp>
        <p:nvSpPr>
          <p:cNvPr id="385" name="Google Shape;385;p5"/>
          <p:cNvSpPr/>
          <p:nvPr/>
        </p:nvSpPr>
        <p:spPr>
          <a:xfrm>
            <a:off x="3335653" y="3442123"/>
            <a:ext cx="390527" cy="345017"/>
          </a:xfrm>
          <a:prstGeom prst="ellipse">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386" name="Google Shape;386;p5"/>
          <p:cNvCxnSpPr/>
          <p:nvPr/>
        </p:nvCxnSpPr>
        <p:spPr>
          <a:xfrm>
            <a:off x="3643236" y="3709735"/>
            <a:ext cx="653858" cy="317320"/>
          </a:xfrm>
          <a:prstGeom prst="straightConnector1">
            <a:avLst/>
          </a:prstGeom>
          <a:noFill/>
          <a:ln cap="flat" cmpd="sng" w="38100">
            <a:solidFill>
              <a:srgbClr val="FF0000"/>
            </a:solidFill>
            <a:prstDash val="solid"/>
            <a:round/>
            <a:headEnd len="sm" w="sm" type="none"/>
            <a:tailEnd len="med" w="med" type="triangle"/>
          </a:ln>
          <a:effectLst>
            <a:outerShdw blurRad="40000" rotWithShape="0" dir="5400000" dist="23000">
              <a:srgbClr val="000000">
                <a:alpha val="34901"/>
              </a:srgbClr>
            </a:outerShdw>
          </a:effectLst>
        </p:spPr>
      </p:cxnSp>
      <p:sp>
        <p:nvSpPr>
          <p:cNvPr id="387" name="Google Shape;387;p5"/>
          <p:cNvSpPr/>
          <p:nvPr/>
        </p:nvSpPr>
        <p:spPr>
          <a:xfrm>
            <a:off x="4026498" y="3634968"/>
            <a:ext cx="2782647" cy="784173"/>
          </a:xfrm>
          <a:prstGeom prst="rect">
            <a:avLst/>
          </a:prstGeom>
          <a:noFill/>
          <a:ln cap="flat" cmpd="sng" w="25400">
            <a:solidFill>
              <a:schemeClr val="lt1">
                <a:alpha val="0"/>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chemeClr val="dk1"/>
                </a:solidFill>
                <a:latin typeface="Arial"/>
                <a:ea typeface="Arial"/>
                <a:cs typeface="Arial"/>
                <a:sym typeface="Arial"/>
              </a:rPr>
              <a:t>Container Freight Station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1"/>
                                        </p:tgtEl>
                                        <p:attrNameLst>
                                          <p:attrName>style.visibility</p:attrName>
                                        </p:attrNameLst>
                                      </p:cBhvr>
                                      <p:to>
                                        <p:strVal val="visible"/>
                                      </p:to>
                                    </p:set>
                                    <p:anim calcmode="lin" valueType="num">
                                      <p:cBhvr additive="base">
                                        <p:cTn dur="500"/>
                                        <p:tgtEl>
                                          <p:spTgt spid="38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500"/>
                                        <p:tgtEl>
                                          <p:spTgt spid="3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83"/>
                                        </p:tgtEl>
                                        <p:attrNameLst>
                                          <p:attrName>style.visibility</p:attrName>
                                        </p:attrNameLst>
                                      </p:cBhvr>
                                      <p:to>
                                        <p:strVal val="visible"/>
                                      </p:to>
                                    </p:set>
                                    <p:anim calcmode="lin" valueType="num">
                                      <p:cBhvr additive="base">
                                        <p:cTn dur="500"/>
                                        <p:tgtEl>
                                          <p:spTgt spid="383"/>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4">
                                  <p:stCondLst>
                                    <p:cond delay="0"/>
                                  </p:stCondLst>
                                  <p:childTnLst>
                                    <p:set>
                                      <p:cBhvr>
                                        <p:cTn dur="1" fill="hold">
                                          <p:stCondLst>
                                            <p:cond delay="0"/>
                                          </p:stCondLst>
                                        </p:cTn>
                                        <p:tgtEl>
                                          <p:spTgt spid="384"/>
                                        </p:tgtEl>
                                        <p:attrNameLst>
                                          <p:attrName>style.visibility</p:attrName>
                                        </p:attrNameLst>
                                      </p:cBhvr>
                                      <p:to>
                                        <p:strVal val="visible"/>
                                      </p:to>
                                    </p:set>
                                    <p:anim calcmode="lin" valueType="num">
                                      <p:cBhvr additive="base">
                                        <p:cTn dur="500"/>
                                        <p:tgtEl>
                                          <p:spTgt spid="384"/>
                                        </p:tgtEl>
                                        <p:attrNameLst>
                                          <p:attrName>ppt_y</p:attrName>
                                        </p:attrNameLst>
                                      </p:cBhvr>
                                      <p:tavLst>
                                        <p:tav fmla="" tm="0">
                                          <p:val>
                                            <p:strVal val="#ppt_y+1"/>
                                          </p:val>
                                        </p:tav>
                                        <p:tav fmla="" tm="100000">
                                          <p:val>
                                            <p:strVal val="#ppt_y"/>
                                          </p:val>
                                        </p:tav>
                                      </p:tavLst>
                                    </p:anim>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500"/>
                                        <p:tgtEl>
                                          <p:spTgt spid="385"/>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500"/>
                                        <p:tgtEl>
                                          <p:spTgt spid="386"/>
                                        </p:tgtEl>
                                      </p:cBhvr>
                                    </p:animEffect>
                                  </p:childTnLst>
                                </p:cTn>
                              </p:par>
                              <p:par>
                                <p:cTn fill="hold" nodeType="with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p>
            <a:pPr indent="0" lvl="0" marL="0" marR="0" rtl="0" algn="l">
              <a:lnSpc>
                <a:spcPct val="100000"/>
              </a:lnSpc>
              <a:spcBef>
                <a:spcPts val="0"/>
              </a:spcBef>
              <a:spcAft>
                <a:spcPts val="0"/>
              </a:spcAft>
              <a:buClr>
                <a:srgbClr val="BD0F72"/>
              </a:buClr>
              <a:buSzPts val="1900"/>
              <a:buFont typeface="Arial Black"/>
              <a:buNone/>
            </a:pPr>
            <a:r>
              <a:rPr lang="en-US"/>
              <a:t>Shipping Information</a:t>
            </a:r>
            <a:endParaRPr/>
          </a:p>
        </p:txBody>
      </p:sp>
      <p:sp>
        <p:nvSpPr>
          <p:cNvPr id="393" name="Google Shape;393;p6"/>
          <p:cNvSpPr/>
          <p:nvPr/>
        </p:nvSpPr>
        <p:spPr>
          <a:xfrm>
            <a:off x="150055" y="619565"/>
            <a:ext cx="3039194" cy="439615"/>
          </a:xfrm>
          <a:prstGeom prst="roundRect">
            <a:avLst>
              <a:gd fmla="val 16667" name="adj"/>
            </a:avLst>
          </a:prstGeom>
          <a:solidFill>
            <a:srgbClr val="00B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rgbClr val="FFFFFF"/>
                </a:solidFill>
                <a:latin typeface="Corbel"/>
                <a:ea typeface="Corbel"/>
                <a:cs typeface="Corbel"/>
                <a:sym typeface="Corbel"/>
              </a:rPr>
              <a:t>Document Requirements</a:t>
            </a:r>
            <a:endParaRPr/>
          </a:p>
        </p:txBody>
      </p:sp>
      <p:sp>
        <p:nvSpPr>
          <p:cNvPr id="394" name="Google Shape;394;p6"/>
          <p:cNvSpPr/>
          <p:nvPr/>
        </p:nvSpPr>
        <p:spPr>
          <a:xfrm>
            <a:off x="814012" y="1261166"/>
            <a:ext cx="8329988" cy="3318268"/>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400" u="sng" cap="none" strike="noStrike">
              <a:solidFill>
                <a:srgbClr val="000000"/>
              </a:solidFill>
              <a:latin typeface="Corbel"/>
              <a:ea typeface="Corbel"/>
              <a:cs typeface="Corbel"/>
              <a:sym typeface="Corbel"/>
            </a:endParaRPr>
          </a:p>
          <a:p>
            <a:pPr indent="-457200" lvl="0" marL="457200" marR="0" rtl="0" algn="l">
              <a:lnSpc>
                <a:spcPct val="100000"/>
              </a:lnSpc>
              <a:spcBef>
                <a:spcPts val="0"/>
              </a:spcBef>
              <a:spcAft>
                <a:spcPts val="0"/>
              </a:spcAft>
              <a:buClr>
                <a:srgbClr val="000000"/>
              </a:buClr>
              <a:buSzPts val="1400"/>
              <a:buFont typeface="Arial"/>
              <a:buChar char="•"/>
            </a:pPr>
            <a:r>
              <a:rPr b="1" i="0" lang="en-US" sz="1400" u="sng" cap="none" strike="noStrike">
                <a:solidFill>
                  <a:srgbClr val="000000"/>
                </a:solidFill>
                <a:latin typeface="Corbel"/>
                <a:ea typeface="Corbel"/>
                <a:cs typeface="Corbel"/>
                <a:sym typeface="Corbel"/>
              </a:rPr>
              <a:t>Booking</a:t>
            </a:r>
            <a:endParaRPr b="1" i="0" sz="14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rbel"/>
                <a:ea typeface="Corbel"/>
                <a:cs typeface="Corbel"/>
                <a:sym typeface="Corbel"/>
              </a:rPr>
              <a:t>		</a:t>
            </a:r>
            <a:r>
              <a:rPr b="0" i="0" lang="en-US" sz="1200" u="none" cap="none" strike="noStrike">
                <a:solidFill>
                  <a:srgbClr val="000000"/>
                </a:solidFill>
                <a:latin typeface="Corbel"/>
                <a:ea typeface="Corbel"/>
                <a:cs typeface="Corbel"/>
                <a:sym typeface="Corbel"/>
              </a:rPr>
              <a:t>- Temperature Setting Requirements – Refrigerated cargo</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orbel"/>
                <a:ea typeface="Corbel"/>
                <a:cs typeface="Corbel"/>
                <a:sym typeface="Corbel"/>
              </a:rPr>
              <a:t>		- DG Declaration – hazardous cargo</a:t>
            </a:r>
            <a:endParaRPr/>
          </a:p>
          <a:p>
            <a:pPr indent="0" lvl="0" marL="0" marR="0" rtl="0" algn="l">
              <a:lnSpc>
                <a:spcPct val="100000"/>
              </a:lnSpc>
              <a:spcBef>
                <a:spcPts val="0"/>
              </a:spcBef>
              <a:spcAft>
                <a:spcPts val="0"/>
              </a:spcAft>
              <a:buClr>
                <a:srgbClr val="000000"/>
              </a:buClr>
              <a:buSzPts val="1400"/>
              <a:buFont typeface="Arial"/>
              <a:buNone/>
            </a:pPr>
            <a:r>
              <a:t/>
            </a:r>
            <a:endParaRPr b="1" i="0" sz="1400" u="sng" cap="none" strike="noStrike">
              <a:solidFill>
                <a:srgbClr val="000000"/>
              </a:solidFill>
              <a:latin typeface="Corbel"/>
              <a:ea typeface="Corbel"/>
              <a:cs typeface="Corbel"/>
              <a:sym typeface="Corbel"/>
            </a:endParaRPr>
          </a:p>
          <a:p>
            <a:pPr indent="-457200" lvl="0" marL="457200" marR="0" rtl="0" algn="l">
              <a:lnSpc>
                <a:spcPct val="100000"/>
              </a:lnSpc>
              <a:spcBef>
                <a:spcPts val="0"/>
              </a:spcBef>
              <a:spcAft>
                <a:spcPts val="0"/>
              </a:spcAft>
              <a:buClr>
                <a:srgbClr val="000000"/>
              </a:buClr>
              <a:buSzPts val="1400"/>
              <a:buFont typeface="Arial"/>
              <a:buChar char="•"/>
            </a:pPr>
            <a:r>
              <a:rPr b="1" i="0" lang="en-US" sz="1400" u="sng" cap="none" strike="noStrike">
                <a:solidFill>
                  <a:srgbClr val="000000"/>
                </a:solidFill>
                <a:latin typeface="Corbel"/>
                <a:ea typeface="Corbel"/>
                <a:cs typeface="Corbel"/>
                <a:sym typeface="Corbel"/>
              </a:rPr>
              <a:t>Export Processing</a:t>
            </a:r>
            <a:endParaRPr b="1" i="0" sz="14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rbel"/>
                <a:ea typeface="Corbel"/>
                <a:cs typeface="Corbel"/>
                <a:sym typeface="Corbel"/>
              </a:rPr>
              <a:t>		</a:t>
            </a:r>
            <a:r>
              <a:rPr b="0" i="0" lang="en-US" sz="1200" u="none" cap="none" strike="noStrike">
                <a:solidFill>
                  <a:srgbClr val="000000"/>
                </a:solidFill>
                <a:latin typeface="Corbel"/>
                <a:ea typeface="Corbel"/>
                <a:cs typeface="Corbel"/>
                <a:sym typeface="Corbel"/>
              </a:rPr>
              <a:t>- Final Proforma</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orbel"/>
                <a:ea typeface="Corbel"/>
                <a:cs typeface="Corbel"/>
                <a:sym typeface="Corbel"/>
              </a:rPr>
              <a:t>		- Export Cargo Receipt</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orbel"/>
                <a:ea typeface="Corbel"/>
                <a:cs typeface="Corbel"/>
                <a:sym typeface="Corbel"/>
              </a:rPr>
              <a:t>		- Export Declaration (If available)</a:t>
            </a:r>
            <a:endParaRPr/>
          </a:p>
          <a:p>
            <a:pPr indent="0" lvl="0" marL="0" marR="0" rtl="0" algn="l">
              <a:lnSpc>
                <a:spcPct val="100000"/>
              </a:lnSpc>
              <a:spcBef>
                <a:spcPts val="0"/>
              </a:spcBef>
              <a:spcAft>
                <a:spcPts val="0"/>
              </a:spcAft>
              <a:buClr>
                <a:srgbClr val="000000"/>
              </a:buClr>
              <a:buSzPts val="1200"/>
              <a:buFont typeface="Arial"/>
              <a:buNone/>
            </a:pPr>
            <a:r>
              <a:t/>
            </a:r>
            <a:endParaRPr b="1" i="0" sz="1200" u="sng" cap="none" strike="noStrike">
              <a:solidFill>
                <a:srgbClr val="000000"/>
              </a:solidFill>
              <a:latin typeface="Corbel"/>
              <a:ea typeface="Corbel"/>
              <a:cs typeface="Corbel"/>
              <a:sym typeface="Corbel"/>
            </a:endParaRPr>
          </a:p>
          <a:p>
            <a:pPr indent="-457200" lvl="0" marL="457200" marR="0" rtl="0" algn="l">
              <a:lnSpc>
                <a:spcPct val="100000"/>
              </a:lnSpc>
              <a:spcBef>
                <a:spcPts val="0"/>
              </a:spcBef>
              <a:spcAft>
                <a:spcPts val="0"/>
              </a:spcAft>
              <a:buClr>
                <a:srgbClr val="000000"/>
              </a:buClr>
              <a:buSzPts val="1400"/>
              <a:buFont typeface="Arial"/>
              <a:buChar char="•"/>
            </a:pPr>
            <a:r>
              <a:rPr b="1" i="0" lang="en-US" sz="1400" u="sng" cap="none" strike="noStrike">
                <a:solidFill>
                  <a:srgbClr val="000000"/>
                </a:solidFill>
                <a:latin typeface="Corbel"/>
                <a:ea typeface="Corbel"/>
                <a:cs typeface="Corbel"/>
                <a:sym typeface="Corbel"/>
              </a:rPr>
              <a:t> Import Processing</a:t>
            </a:r>
            <a:endParaRPr b="0" i="0" sz="14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Corbel"/>
                <a:ea typeface="Corbel"/>
                <a:cs typeface="Corbel"/>
                <a:sym typeface="Corbel"/>
              </a:rPr>
              <a:t>	 				</a:t>
            </a:r>
            <a:r>
              <a:rPr b="0" i="0" lang="en-US" sz="1200" u="none" cap="none" strike="noStrike">
                <a:solidFill>
                  <a:srgbClr val="000000"/>
                </a:solidFill>
                <a:latin typeface="Corbel"/>
                <a:ea typeface="Corbel"/>
                <a:cs typeface="Corbel"/>
                <a:sym typeface="Corbel"/>
              </a:rPr>
              <a:t>- One original B/L endorsed by consignee/bank</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orbel"/>
                <a:ea typeface="Corbel"/>
                <a:cs typeface="Corbel"/>
                <a:sym typeface="Corbel"/>
              </a:rPr>
              <a:t>					- Bank Guaranty with counter guaranty</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orbel"/>
                <a:ea typeface="Corbel"/>
                <a:cs typeface="Corbel"/>
                <a:sym typeface="Corbel"/>
              </a:rPr>
              <a:t>					- Container Guarantee</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Corbel"/>
                <a:ea typeface="Corbel"/>
                <a:cs typeface="Corbel"/>
                <a:sym typeface="Corbel"/>
              </a:rPr>
              <a:t>					- B/L Surrender or waybill with Company Guaranty</a:t>
            </a:r>
            <a:endParaRPr b="0" i="0" sz="1600" u="none" cap="none" strike="noStrike">
              <a:solidFill>
                <a:srgbClr val="000000"/>
              </a:solidFill>
              <a:latin typeface="Corbel"/>
              <a:ea typeface="Corbel"/>
              <a:cs typeface="Corbel"/>
              <a:sym typeface="Corbel"/>
            </a:endParaRPr>
          </a:p>
        </p:txBody>
      </p:sp>
      <p:sp>
        <p:nvSpPr>
          <p:cNvPr id="395" name="Google Shape;395;p6"/>
          <p:cNvSpPr/>
          <p:nvPr/>
        </p:nvSpPr>
        <p:spPr>
          <a:xfrm>
            <a:off x="3858322" y="2438254"/>
            <a:ext cx="170985" cy="468498"/>
          </a:xfrm>
          <a:prstGeom prst="rightBrace">
            <a:avLst>
              <a:gd fmla="val 8333" name="adj1"/>
              <a:gd fmla="val 50000" name="adj2"/>
            </a:avLst>
          </a:prstGeom>
          <a:noFill/>
          <a:ln cap="flat" cmpd="sng" w="28575">
            <a:solidFill>
              <a:srgbClr val="0070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96" name="Google Shape;396;p6"/>
          <p:cNvSpPr/>
          <p:nvPr/>
        </p:nvSpPr>
        <p:spPr>
          <a:xfrm>
            <a:off x="4159840" y="2482859"/>
            <a:ext cx="2196355" cy="379287"/>
          </a:xfrm>
          <a:prstGeom prst="roundRect">
            <a:avLst>
              <a:gd fmla="val 16667" name="adj"/>
            </a:avLst>
          </a:prstGeom>
          <a:solidFill>
            <a:srgbClr val="00B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chemeClr val="lt1"/>
                </a:solidFill>
                <a:latin typeface="Arial"/>
                <a:ea typeface="Arial"/>
                <a:cs typeface="Arial"/>
                <a:sym typeface="Arial"/>
              </a:rPr>
              <a:t>From operation Dept</a:t>
            </a:r>
            <a:r>
              <a:rPr b="1" i="0" lang="en-US" sz="2000" u="none" cap="none" strike="noStrike">
                <a:solidFill>
                  <a:schemeClr val="lt1"/>
                </a:solidFill>
                <a:latin typeface="Arial"/>
                <a:ea typeface="Arial"/>
                <a:cs typeface="Arial"/>
                <a:sym typeface="Arial"/>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93"/>
                                        </p:tgtEl>
                                        <p:attrNameLst>
                                          <p:attrName>style.visibility</p:attrName>
                                        </p:attrNameLst>
                                      </p:cBhvr>
                                      <p:to>
                                        <p:strVal val="visible"/>
                                      </p:to>
                                    </p:set>
                                    <p:anim calcmode="lin" valueType="num">
                                      <p:cBhvr additive="base">
                                        <p:cTn dur="500"/>
                                        <p:tgtEl>
                                          <p:spTgt spid="39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1000"/>
                                        <p:tgtEl>
                                          <p:spTgt spid="3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1000"/>
                                        <p:tgtEl>
                                          <p:spTgt spid="3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7"/>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p>
            <a:pPr indent="0" lvl="0" marL="0" marR="0" rtl="0" algn="l">
              <a:lnSpc>
                <a:spcPct val="100000"/>
              </a:lnSpc>
              <a:spcBef>
                <a:spcPts val="0"/>
              </a:spcBef>
              <a:spcAft>
                <a:spcPts val="0"/>
              </a:spcAft>
              <a:buClr>
                <a:srgbClr val="BD0F72"/>
              </a:buClr>
              <a:buSzPts val="1900"/>
              <a:buFont typeface="Arial Black"/>
              <a:buNone/>
            </a:pPr>
            <a:r>
              <a:rPr lang="en-US"/>
              <a:t>Shipping Information</a:t>
            </a:r>
            <a:endParaRPr/>
          </a:p>
        </p:txBody>
      </p:sp>
      <p:sp>
        <p:nvSpPr>
          <p:cNvPr id="402" name="Google Shape;402;p7"/>
          <p:cNvSpPr/>
          <p:nvPr/>
        </p:nvSpPr>
        <p:spPr>
          <a:xfrm>
            <a:off x="150055" y="619565"/>
            <a:ext cx="3039194" cy="439615"/>
          </a:xfrm>
          <a:prstGeom prst="roundRect">
            <a:avLst>
              <a:gd fmla="val 16667" name="adj"/>
            </a:avLst>
          </a:prstGeom>
          <a:solidFill>
            <a:srgbClr val="00B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rgbClr val="FFFFFF"/>
                </a:solidFill>
                <a:latin typeface="Corbel"/>
                <a:ea typeface="Corbel"/>
                <a:cs typeface="Corbel"/>
                <a:sym typeface="Corbel"/>
              </a:rPr>
              <a:t>Document Requirements</a:t>
            </a:r>
            <a:endParaRPr/>
          </a:p>
        </p:txBody>
      </p:sp>
      <p:sp>
        <p:nvSpPr>
          <p:cNvPr id="403" name="Google Shape;403;p7"/>
          <p:cNvSpPr/>
          <p:nvPr/>
        </p:nvSpPr>
        <p:spPr>
          <a:xfrm>
            <a:off x="1066800" y="1261166"/>
            <a:ext cx="7345680" cy="1931102"/>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i="0" sz="1200" u="sng"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1200"/>
              <a:buFont typeface="Arial"/>
              <a:buChar char="•"/>
            </a:pPr>
            <a:r>
              <a:rPr b="1" i="0" lang="en-US" sz="1200" u="sng" cap="none" strike="noStrike">
                <a:solidFill>
                  <a:schemeClr val="dk1"/>
                </a:solidFill>
                <a:latin typeface="Arial"/>
                <a:ea typeface="Arial"/>
                <a:cs typeface="Arial"/>
                <a:sym typeface="Arial"/>
              </a:rPr>
              <a:t>Receiving</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a:t>
            </a:r>
            <a:r>
              <a:rPr b="0" i="0" lang="en-US" sz="1100" u="none" cap="none" strike="noStrike">
                <a:solidFill>
                  <a:schemeClr val="dk1"/>
                </a:solidFill>
                <a:latin typeface="Arial"/>
                <a:ea typeface="Arial"/>
                <a:cs typeface="Arial"/>
                <a:sym typeface="Arial"/>
              </a:rPr>
              <a:t>- Shipper’s Export Declaration</a:t>
            </a:r>
            <a:endParaRPr/>
          </a:p>
          <a:p>
            <a:pPr indent="0" lvl="0" marL="0" marR="0" rtl="0" algn="l">
              <a:lnSpc>
                <a:spcPct val="100000"/>
              </a:lnSpc>
              <a:spcBef>
                <a:spcPts val="0"/>
              </a:spcBef>
              <a:spcAft>
                <a:spcPts val="0"/>
              </a:spcAft>
              <a:buNone/>
            </a:pPr>
            <a:r>
              <a:rPr b="0" i="0" lang="en-US" sz="1100" u="none" cap="none" strike="noStrike">
                <a:solidFill>
                  <a:schemeClr val="dk1"/>
                </a:solidFill>
                <a:latin typeface="Arial"/>
                <a:ea typeface="Arial"/>
                <a:cs typeface="Arial"/>
                <a:sym typeface="Arial"/>
              </a:rPr>
              <a:t>		- EIR: Equipment interchange receipt ------ E.C.O</a:t>
            </a:r>
            <a:endParaRPr/>
          </a:p>
          <a:p>
            <a:pPr indent="0" lvl="0" marL="0" marR="0" rtl="0" algn="l">
              <a:lnSpc>
                <a:spcPct val="100000"/>
              </a:lnSpc>
              <a:spcBef>
                <a:spcPts val="0"/>
              </a:spcBef>
              <a:spcAft>
                <a:spcPts val="0"/>
              </a:spcAft>
              <a:buNone/>
            </a:pPr>
            <a:r>
              <a:rPr b="0" i="0" lang="en-US" sz="1100" u="none" cap="none" strike="noStrike">
                <a:solidFill>
                  <a:schemeClr val="dk1"/>
                </a:solidFill>
                <a:latin typeface="Arial"/>
                <a:ea typeface="Arial"/>
                <a:cs typeface="Arial"/>
                <a:sym typeface="Arial"/>
              </a:rPr>
              <a:t>		- O.R&gt; For Arrastre &amp; Wharfage</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100" u="none" cap="none" strike="noStrike">
                <a:solidFill>
                  <a:schemeClr val="dk1"/>
                </a:solidFill>
                <a:latin typeface="Arial"/>
                <a:ea typeface="Arial"/>
                <a:cs typeface="Arial"/>
                <a:sym typeface="Arial"/>
              </a:rPr>
              <a:t>		- O.R for Shut – out charges paid, if applicable</a:t>
            </a:r>
            <a:endParaRPr/>
          </a:p>
          <a:p>
            <a:pPr indent="0" lvl="0" marL="0" marR="0" rtl="0" algn="l">
              <a:lnSpc>
                <a:spcPct val="100000"/>
              </a:lnSpc>
              <a:spcBef>
                <a:spcPts val="0"/>
              </a:spcBef>
              <a:spcAft>
                <a:spcPts val="0"/>
              </a:spcAft>
              <a:buNone/>
            </a:pPr>
            <a:r>
              <a:t/>
            </a:r>
            <a:endParaRPr b="1" i="0" sz="1200" u="sng"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1200"/>
              <a:buFont typeface="Arial"/>
              <a:buChar char="•"/>
            </a:pPr>
            <a:r>
              <a:rPr b="1" i="0" lang="en-US" sz="1200" u="sng" cap="none" strike="noStrike">
                <a:solidFill>
                  <a:schemeClr val="dk1"/>
                </a:solidFill>
                <a:latin typeface="Arial"/>
                <a:ea typeface="Arial"/>
                <a:cs typeface="Arial"/>
                <a:sym typeface="Arial"/>
              </a:rPr>
              <a:t>Delivery</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a:t>
            </a:r>
            <a:r>
              <a:rPr b="0" i="0" lang="en-US" sz="1100" u="none" cap="none" strike="noStrike">
                <a:solidFill>
                  <a:schemeClr val="dk1"/>
                </a:solidFill>
                <a:latin typeface="Arial"/>
                <a:ea typeface="Arial"/>
                <a:cs typeface="Arial"/>
                <a:sym typeface="Arial"/>
              </a:rPr>
              <a:t>- Container clearance </a:t>
            </a:r>
            <a:endParaRPr/>
          </a:p>
          <a:p>
            <a:pPr indent="0" lvl="0" marL="0" marR="0" rtl="0" algn="l">
              <a:lnSpc>
                <a:spcPct val="100000"/>
              </a:lnSpc>
              <a:spcBef>
                <a:spcPts val="0"/>
              </a:spcBef>
              <a:spcAft>
                <a:spcPts val="0"/>
              </a:spcAft>
              <a:buNone/>
            </a:pPr>
            <a:r>
              <a:rPr b="0" i="0" lang="en-US" sz="1100" u="none" cap="none" strike="noStrike">
                <a:solidFill>
                  <a:schemeClr val="dk1"/>
                </a:solidFill>
                <a:latin typeface="Arial"/>
                <a:ea typeface="Arial"/>
                <a:cs typeface="Arial"/>
                <a:sym typeface="Arial"/>
              </a:rPr>
              <a:t>		- AISL clearance (origin – US/Europe/Japan)</a:t>
            </a:r>
            <a:endParaRPr/>
          </a:p>
          <a:p>
            <a:pPr indent="0" lvl="0" marL="0" marR="0" rtl="0" algn="l">
              <a:lnSpc>
                <a:spcPct val="100000"/>
              </a:lnSpc>
              <a:spcBef>
                <a:spcPts val="0"/>
              </a:spcBef>
              <a:spcAft>
                <a:spcPts val="0"/>
              </a:spcAft>
              <a:buNone/>
            </a:pPr>
            <a:r>
              <a:rPr b="0" i="0" lang="en-US" sz="1100" u="none" cap="none" strike="noStrike">
                <a:solidFill>
                  <a:schemeClr val="dk1"/>
                </a:solidFill>
                <a:latin typeface="Arial"/>
                <a:ea typeface="Arial"/>
                <a:cs typeface="Arial"/>
                <a:sym typeface="Arial"/>
              </a:rPr>
              <a:t>		- AISL container deposit (AISL- Association of International Shipping Lines)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2"/>
                                        </p:tgtEl>
                                        <p:attrNameLst>
                                          <p:attrName>style.visibility</p:attrName>
                                        </p:attrNameLst>
                                      </p:cBhvr>
                                      <p:to>
                                        <p:strVal val="visible"/>
                                      </p:to>
                                    </p:set>
                                    <p:anim calcmode="lin" valueType="num">
                                      <p:cBhvr additive="base">
                                        <p:cTn dur="500"/>
                                        <p:tgtEl>
                                          <p:spTgt spid="40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1000"/>
                                        <p:tgtEl>
                                          <p:spTgt spid="4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8"/>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p>
            <a:pPr indent="0" lvl="0" marL="0" marR="0" rtl="0" algn="l">
              <a:lnSpc>
                <a:spcPct val="100000"/>
              </a:lnSpc>
              <a:spcBef>
                <a:spcPts val="0"/>
              </a:spcBef>
              <a:spcAft>
                <a:spcPts val="0"/>
              </a:spcAft>
              <a:buClr>
                <a:srgbClr val="BD0F72"/>
              </a:buClr>
              <a:buSzPts val="1900"/>
              <a:buFont typeface="Arial Black"/>
              <a:buNone/>
            </a:pPr>
            <a:r>
              <a:rPr lang="en-US"/>
              <a:t>Shipping Information</a:t>
            </a:r>
            <a:endParaRPr/>
          </a:p>
        </p:txBody>
      </p:sp>
      <p:sp>
        <p:nvSpPr>
          <p:cNvPr id="409" name="Google Shape;409;p8"/>
          <p:cNvSpPr/>
          <p:nvPr/>
        </p:nvSpPr>
        <p:spPr>
          <a:xfrm>
            <a:off x="150055" y="619565"/>
            <a:ext cx="3039194" cy="439615"/>
          </a:xfrm>
          <a:prstGeom prst="roundRect">
            <a:avLst>
              <a:gd fmla="val 16667" name="adj"/>
            </a:avLst>
          </a:prstGeom>
          <a:solidFill>
            <a:srgbClr val="00B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rgbClr val="FFFFFF"/>
                </a:solidFill>
                <a:latin typeface="Corbel"/>
                <a:ea typeface="Corbel"/>
                <a:cs typeface="Corbel"/>
                <a:sym typeface="Corbel"/>
              </a:rPr>
              <a:t>Document Requirements</a:t>
            </a:r>
            <a:endParaRPr/>
          </a:p>
        </p:txBody>
      </p:sp>
      <p:sp>
        <p:nvSpPr>
          <p:cNvPr id="410" name="Google Shape;410;p8"/>
          <p:cNvSpPr/>
          <p:nvPr/>
        </p:nvSpPr>
        <p:spPr>
          <a:xfrm>
            <a:off x="839402" y="921262"/>
            <a:ext cx="6627059" cy="1159156"/>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chemeClr val="dk1"/>
                </a:solidFill>
                <a:latin typeface="Arial"/>
                <a:ea typeface="Arial"/>
                <a:cs typeface="Arial"/>
                <a:sym typeface="Arial"/>
              </a:rPr>
              <a:t>  </a:t>
            </a:r>
            <a:r>
              <a:rPr b="0" i="0" lang="en-US" sz="1200" u="none" cap="none" strike="noStrike">
                <a:solidFill>
                  <a:schemeClr val="dk1"/>
                </a:solidFill>
                <a:latin typeface="Arial"/>
                <a:ea typeface="Arial"/>
                <a:cs typeface="Arial"/>
                <a:sym typeface="Arial"/>
              </a:rPr>
              <a:t>Receipt of freight payment</a:t>
            </a:r>
            <a:endParaRPr/>
          </a:p>
          <a:p>
            <a:pPr indent="-457200" lvl="0" marL="457200" marR="0" rtl="0" algn="l">
              <a:lnSpc>
                <a:spcPct val="100000"/>
              </a:lnSpc>
              <a:spcBef>
                <a:spcPts val="0"/>
              </a:spcBef>
              <a:spcAft>
                <a:spcPts val="0"/>
              </a:spcAft>
              <a:buClr>
                <a:srgbClr val="000000"/>
              </a:buClr>
              <a:buSzPts val="1200"/>
              <a:buFont typeface="Arial"/>
              <a:buChar char="-"/>
            </a:pPr>
            <a:r>
              <a:rPr b="0" i="0" lang="en-US" sz="1200" u="none" cap="none" strike="noStrike">
                <a:solidFill>
                  <a:schemeClr val="dk1"/>
                </a:solidFill>
                <a:latin typeface="Arial"/>
                <a:ea typeface="Arial"/>
                <a:cs typeface="Arial"/>
                <a:sym typeface="Arial"/>
              </a:rPr>
              <a:t>Deliver Order (if being processed by forwarder)</a:t>
            </a:r>
            <a:endParaRPr/>
          </a:p>
          <a:p>
            <a:pPr indent="-457200" lvl="0" marL="457200" marR="0" rtl="0" algn="l">
              <a:lnSpc>
                <a:spcPct val="100000"/>
              </a:lnSpc>
              <a:spcBef>
                <a:spcPts val="0"/>
              </a:spcBef>
              <a:spcAft>
                <a:spcPts val="0"/>
              </a:spcAft>
              <a:buClr>
                <a:srgbClr val="000000"/>
              </a:buClr>
              <a:buSzPts val="1200"/>
              <a:buFont typeface="Arial"/>
              <a:buChar char="-"/>
            </a:pPr>
            <a:r>
              <a:rPr b="0" i="0" lang="en-US" sz="1200" u="none" cap="none" strike="noStrike">
                <a:solidFill>
                  <a:schemeClr val="dk1"/>
                </a:solidFill>
                <a:latin typeface="Arial"/>
                <a:ea typeface="Arial"/>
                <a:cs typeface="Arial"/>
                <a:sym typeface="Arial"/>
              </a:rPr>
              <a:t>Valid Identification (if the cargo is personal effects)</a:t>
            </a:r>
            <a:endParaRPr/>
          </a:p>
        </p:txBody>
      </p:sp>
      <p:sp>
        <p:nvSpPr>
          <p:cNvPr id="411" name="Google Shape;411;p8"/>
          <p:cNvSpPr/>
          <p:nvPr/>
        </p:nvSpPr>
        <p:spPr>
          <a:xfrm>
            <a:off x="150055" y="1956227"/>
            <a:ext cx="3150706" cy="439615"/>
          </a:xfrm>
          <a:prstGeom prst="roundRect">
            <a:avLst>
              <a:gd fmla="val 16667" name="adj"/>
            </a:avLst>
          </a:prstGeom>
          <a:solidFill>
            <a:srgbClr val="00B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Terms Used in Operations</a:t>
            </a:r>
            <a:endParaRPr/>
          </a:p>
        </p:txBody>
      </p:sp>
      <p:sp>
        <p:nvSpPr>
          <p:cNvPr id="412" name="Google Shape;412;p8"/>
          <p:cNvSpPr/>
          <p:nvPr/>
        </p:nvSpPr>
        <p:spPr>
          <a:xfrm>
            <a:off x="478171" y="2395842"/>
            <a:ext cx="5231253" cy="2194164"/>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1"/>
                </a:solidFill>
                <a:latin typeface="Arial"/>
                <a:ea typeface="Arial"/>
                <a:cs typeface="Arial"/>
                <a:sym typeface="Arial"/>
              </a:rPr>
              <a:t>  </a:t>
            </a:r>
            <a:r>
              <a:rPr b="1" i="0" lang="en-US" sz="1400" u="none" cap="none" strike="noStrike">
                <a:solidFill>
                  <a:schemeClr val="dk1"/>
                </a:solidFill>
                <a:latin typeface="Arial"/>
                <a:ea typeface="Arial"/>
                <a:cs typeface="Arial"/>
                <a:sym typeface="Arial"/>
              </a:rPr>
              <a:t>Container Terminal </a:t>
            </a:r>
            <a:r>
              <a:rPr b="1" i="0" lang="en-US" sz="1200" u="none" cap="none" strike="noStrike">
                <a:solidFill>
                  <a:schemeClr val="dk1"/>
                </a:solidFill>
                <a:latin typeface="Arial"/>
                <a:ea typeface="Arial"/>
                <a:cs typeface="Arial"/>
                <a:sym typeface="Arial"/>
              </a:rPr>
              <a:t>- </a:t>
            </a:r>
            <a:r>
              <a:rPr b="0" i="0" lang="en-US" sz="1200" u="none" cap="none" strike="noStrike">
                <a:solidFill>
                  <a:schemeClr val="dk1"/>
                </a:solidFill>
                <a:latin typeface="Arial"/>
                <a:ea typeface="Arial"/>
                <a:cs typeface="Arial"/>
                <a:sym typeface="Arial"/>
              </a:rPr>
              <a:t> Area were large scale container handling and storage facilities are available.</a:t>
            </a:r>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1400"/>
              <a:buFont typeface="Arial"/>
              <a:buChar char="-"/>
            </a:pPr>
            <a:r>
              <a:rPr b="1" i="0" lang="en-US" sz="1400" u="none" cap="none" strike="noStrike">
                <a:solidFill>
                  <a:schemeClr val="dk1"/>
                </a:solidFill>
                <a:latin typeface="Arial"/>
                <a:ea typeface="Arial"/>
                <a:cs typeface="Arial"/>
                <a:sym typeface="Arial"/>
              </a:rPr>
              <a:t>Consolidate</a:t>
            </a:r>
            <a:r>
              <a:rPr b="1" i="0" lang="en-US" sz="1200" u="none" cap="none" strike="noStrike">
                <a:solidFill>
                  <a:schemeClr val="dk1"/>
                </a:solidFill>
                <a:latin typeface="Arial"/>
                <a:ea typeface="Arial"/>
                <a:cs typeface="Arial"/>
                <a:sym typeface="Arial"/>
              </a:rPr>
              <a:t> -  </a:t>
            </a:r>
            <a:r>
              <a:rPr b="0" i="0" lang="en-US" sz="1200" u="none" cap="none" strike="noStrike">
                <a:solidFill>
                  <a:schemeClr val="dk1"/>
                </a:solidFill>
                <a:latin typeface="Arial"/>
                <a:ea typeface="Arial"/>
                <a:cs typeface="Arial"/>
                <a:sym typeface="Arial"/>
              </a:rPr>
              <a:t>To combine more than one shipment in a container for more than one consignee or shipper.  </a:t>
            </a:r>
            <a:endParaRPr b="0" i="0" sz="1600" u="none" cap="none" strike="noStrike">
              <a:solidFill>
                <a:schemeClr val="dk1"/>
              </a:solidFill>
              <a:latin typeface="Arial"/>
              <a:ea typeface="Arial"/>
              <a:cs typeface="Arial"/>
              <a:sym typeface="Arial"/>
            </a:endParaRPr>
          </a:p>
        </p:txBody>
      </p:sp>
      <p:pic>
        <p:nvPicPr>
          <p:cNvPr descr="Image result for container terminal operations photos" id="413" name="Google Shape;413;p8"/>
          <p:cNvPicPr preferRelativeResize="0"/>
          <p:nvPr/>
        </p:nvPicPr>
        <p:blipFill rotWithShape="1">
          <a:blip r:embed="rId3">
            <a:alphaModFix/>
          </a:blip>
          <a:srcRect b="0" l="0" r="0" t="0"/>
          <a:stretch/>
        </p:blipFill>
        <p:spPr>
          <a:xfrm>
            <a:off x="5938069" y="2176034"/>
            <a:ext cx="2366529" cy="1232725"/>
          </a:xfrm>
          <a:prstGeom prst="rect">
            <a:avLst/>
          </a:prstGeom>
          <a:noFill/>
          <a:ln>
            <a:noFill/>
          </a:ln>
        </p:spPr>
      </p:pic>
      <p:pic>
        <p:nvPicPr>
          <p:cNvPr descr="Image result for consolidation terminal photos" id="414" name="Google Shape;414;p8"/>
          <p:cNvPicPr preferRelativeResize="0"/>
          <p:nvPr/>
        </p:nvPicPr>
        <p:blipFill rotWithShape="1">
          <a:blip r:embed="rId4">
            <a:alphaModFix/>
          </a:blip>
          <a:srcRect b="0" l="0" r="0" t="0"/>
          <a:stretch/>
        </p:blipFill>
        <p:spPr>
          <a:xfrm>
            <a:off x="5938070" y="3504376"/>
            <a:ext cx="2366528" cy="148038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9"/>
                                        </p:tgtEl>
                                        <p:attrNameLst>
                                          <p:attrName>style.visibility</p:attrName>
                                        </p:attrNameLst>
                                      </p:cBhvr>
                                      <p:to>
                                        <p:strVal val="visible"/>
                                      </p:to>
                                    </p:set>
                                    <p:anim calcmode="lin" valueType="num">
                                      <p:cBhvr additive="base">
                                        <p:cTn dur="500"/>
                                        <p:tgtEl>
                                          <p:spTgt spid="40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1000"/>
                                        <p:tgtEl>
                                          <p:spTgt spid="4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11"/>
                                        </p:tgtEl>
                                        <p:attrNameLst>
                                          <p:attrName>style.visibility</p:attrName>
                                        </p:attrNameLst>
                                      </p:cBhvr>
                                      <p:to>
                                        <p:strVal val="visible"/>
                                      </p:to>
                                    </p:set>
                                    <p:anim calcmode="lin" valueType="num">
                                      <p:cBhvr additive="base">
                                        <p:cTn dur="500"/>
                                        <p:tgtEl>
                                          <p:spTgt spid="41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1000"/>
                                        <p:tgtEl>
                                          <p:spTgt spid="412"/>
                                        </p:tgtEl>
                                      </p:cBhvr>
                                    </p:animEffect>
                                  </p:childTnLst>
                                </p:cTn>
                              </p:par>
                              <p:par>
                                <p:cTn fill="hold" nodeType="with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1000"/>
                                        <p:tgtEl>
                                          <p:spTgt spid="413"/>
                                        </p:tgtEl>
                                      </p:cBhvr>
                                    </p:animEffect>
                                  </p:childTnLst>
                                </p:cTn>
                              </p:par>
                              <p:par>
                                <p:cTn fill="hold" nodeType="with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1000"/>
                                        <p:tgtEl>
                                          <p:spTgt spid="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9"/>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p>
            <a:pPr indent="0" lvl="0" marL="0" marR="0" rtl="0" algn="l">
              <a:lnSpc>
                <a:spcPct val="100000"/>
              </a:lnSpc>
              <a:spcBef>
                <a:spcPts val="0"/>
              </a:spcBef>
              <a:spcAft>
                <a:spcPts val="0"/>
              </a:spcAft>
              <a:buClr>
                <a:srgbClr val="BD0F72"/>
              </a:buClr>
              <a:buSzPts val="1900"/>
              <a:buFont typeface="Arial Black"/>
              <a:buNone/>
            </a:pPr>
            <a:r>
              <a:rPr lang="en-US"/>
              <a:t>Shipping Information</a:t>
            </a:r>
            <a:endParaRPr/>
          </a:p>
        </p:txBody>
      </p:sp>
      <p:sp>
        <p:nvSpPr>
          <p:cNvPr id="420" name="Google Shape;420;p9"/>
          <p:cNvSpPr/>
          <p:nvPr/>
        </p:nvSpPr>
        <p:spPr>
          <a:xfrm>
            <a:off x="157489" y="603212"/>
            <a:ext cx="3150706" cy="439615"/>
          </a:xfrm>
          <a:prstGeom prst="roundRect">
            <a:avLst>
              <a:gd fmla="val 16667" name="adj"/>
            </a:avLst>
          </a:prstGeom>
          <a:solidFill>
            <a:srgbClr val="00B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Terms Used in Operations</a:t>
            </a:r>
            <a:endParaRPr/>
          </a:p>
        </p:txBody>
      </p:sp>
      <p:sp>
        <p:nvSpPr>
          <p:cNvPr id="421" name="Google Shape;421;p9"/>
          <p:cNvSpPr/>
          <p:nvPr/>
        </p:nvSpPr>
        <p:spPr>
          <a:xfrm>
            <a:off x="596733" y="791918"/>
            <a:ext cx="8070110" cy="3115548"/>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1200"/>
              <a:buFont typeface="Arial"/>
              <a:buChar char="-"/>
            </a:pPr>
            <a:r>
              <a:rPr b="0" i="0" lang="en-US" sz="1200" u="none" cap="none" strike="noStrike">
                <a:solidFill>
                  <a:schemeClr val="dk1"/>
                </a:solidFill>
                <a:latin typeface="Arial"/>
                <a:ea typeface="Arial"/>
                <a:cs typeface="Arial"/>
                <a:sym typeface="Arial"/>
              </a:rPr>
              <a:t>  </a:t>
            </a:r>
            <a:r>
              <a:rPr b="1" i="0" lang="en-US" sz="1200" u="none" cap="none" strike="noStrike">
                <a:solidFill>
                  <a:schemeClr val="dk1"/>
                </a:solidFill>
                <a:latin typeface="Arial"/>
                <a:ea typeface="Arial"/>
                <a:cs typeface="Arial"/>
                <a:sym typeface="Arial"/>
              </a:rPr>
              <a:t>Chassis- </a:t>
            </a:r>
            <a:r>
              <a:rPr b="0" i="0" lang="en-US" sz="1200" u="none" cap="none" strike="noStrike">
                <a:solidFill>
                  <a:schemeClr val="dk1"/>
                </a:solidFill>
                <a:latin typeface="Arial"/>
                <a:ea typeface="Arial"/>
                <a:cs typeface="Arial"/>
                <a:sym typeface="Arial"/>
              </a:rPr>
              <a:t> A frame with wheels and container locking devices </a:t>
            </a:r>
            <a:endParaRPr/>
          </a:p>
          <a:p>
            <a:pPr indent="0" lvl="4"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in order to secure the container movement</a:t>
            </a:r>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1200"/>
              <a:buFont typeface="Arial"/>
              <a:buChar char="-"/>
            </a:pPr>
            <a:r>
              <a:rPr b="1" i="0" lang="en-US" sz="1200" u="none" cap="none" strike="noStrike">
                <a:solidFill>
                  <a:schemeClr val="dk1"/>
                </a:solidFill>
                <a:latin typeface="Arial"/>
                <a:ea typeface="Arial"/>
                <a:cs typeface="Arial"/>
                <a:sym typeface="Arial"/>
              </a:rPr>
              <a:t>Dangerous Goods-  </a:t>
            </a:r>
            <a:r>
              <a:rPr b="0" i="0" lang="en-US" sz="1200" u="none" cap="none" strike="noStrike">
                <a:solidFill>
                  <a:schemeClr val="dk1"/>
                </a:solidFill>
                <a:latin typeface="Arial"/>
                <a:ea typeface="Arial"/>
                <a:cs typeface="Arial"/>
                <a:sym typeface="Arial"/>
              </a:rPr>
              <a:t>The term used for hazardous cargoes.</a:t>
            </a:r>
            <a:endParaRPr/>
          </a:p>
          <a:p>
            <a:pPr indent="-381000" lvl="0" marL="45720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1200"/>
              <a:buFont typeface="Arial"/>
              <a:buChar char="-"/>
            </a:pPr>
            <a:r>
              <a:rPr b="1" i="0" lang="en-US" sz="1200" u="none" cap="none" strike="noStrike">
                <a:solidFill>
                  <a:schemeClr val="dk1"/>
                </a:solidFill>
                <a:latin typeface="Arial"/>
                <a:ea typeface="Arial"/>
                <a:cs typeface="Arial"/>
                <a:sym typeface="Arial"/>
              </a:rPr>
              <a:t>Depot – </a:t>
            </a:r>
            <a:r>
              <a:rPr b="0" i="0" lang="en-US" sz="1200" u="none" cap="none" strike="noStrike">
                <a:solidFill>
                  <a:schemeClr val="dk1"/>
                </a:solidFill>
                <a:latin typeface="Arial"/>
                <a:ea typeface="Arial"/>
                <a:cs typeface="Arial"/>
                <a:sym typeface="Arial"/>
              </a:rPr>
              <a:t>Container Freight Station or designated area where </a:t>
            </a:r>
            <a:endParaRPr/>
          </a:p>
          <a:p>
            <a:pPr indent="0" lvl="2"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empty container can be pick up</a:t>
            </a:r>
            <a:endParaRPr/>
          </a:p>
          <a:p>
            <a:pPr indent="0" lvl="2" marL="0" marR="0" rtl="0" algn="l">
              <a:lnSpc>
                <a:spcPct val="100000"/>
              </a:lnSpc>
              <a:spcBef>
                <a:spcPts val="0"/>
              </a:spcBef>
              <a:spcAft>
                <a:spcPts val="0"/>
              </a:spcAft>
              <a:buNone/>
            </a:pPr>
            <a:r>
              <a:t/>
            </a:r>
            <a:endParaRPr b="1" i="0" sz="1200" u="none" cap="none" strike="noStrike">
              <a:solidFill>
                <a:schemeClr val="dk1"/>
              </a:solidFill>
              <a:latin typeface="Arial"/>
              <a:ea typeface="Arial"/>
              <a:cs typeface="Arial"/>
              <a:sym typeface="Arial"/>
            </a:endParaRPr>
          </a:p>
          <a:p>
            <a:pPr indent="-171450" lvl="4" marL="171450" marR="0" rtl="0" algn="l">
              <a:lnSpc>
                <a:spcPct val="100000"/>
              </a:lnSpc>
              <a:spcBef>
                <a:spcPts val="0"/>
              </a:spcBef>
              <a:spcAft>
                <a:spcPts val="0"/>
              </a:spcAft>
              <a:buClr>
                <a:srgbClr val="000000"/>
              </a:buClr>
              <a:buSzPts val="1200"/>
              <a:buFont typeface="Arial"/>
              <a:buChar char="-"/>
            </a:pPr>
            <a:r>
              <a:rPr b="1" i="0" lang="en-US" sz="1200" u="none" cap="none" strike="noStrike">
                <a:solidFill>
                  <a:schemeClr val="dk1"/>
                </a:solidFill>
                <a:latin typeface="Arial"/>
                <a:ea typeface="Arial"/>
                <a:cs typeface="Arial"/>
                <a:sym typeface="Arial"/>
              </a:rPr>
              <a:t>EIR</a:t>
            </a:r>
            <a:r>
              <a:rPr b="0" i="0" lang="en-US" sz="1200" u="none" cap="none" strike="noStrike">
                <a:solidFill>
                  <a:schemeClr val="dk1"/>
                </a:solidFill>
                <a:latin typeface="Arial"/>
                <a:ea typeface="Arial"/>
                <a:cs typeface="Arial"/>
                <a:sym typeface="Arial"/>
              </a:rPr>
              <a:t> – Equipment Interchange Receipt; a document  transferring a container  from one carrier to another, or  to/from a terminal.</a:t>
            </a:r>
            <a:endParaRPr/>
          </a:p>
          <a:p>
            <a:pPr indent="-171450" lvl="4" marL="171450" marR="0" rtl="0" algn="l">
              <a:lnSpc>
                <a:spcPct val="100000"/>
              </a:lnSpc>
              <a:spcBef>
                <a:spcPts val="0"/>
              </a:spcBef>
              <a:spcAft>
                <a:spcPts val="0"/>
              </a:spcAft>
              <a:buClr>
                <a:srgbClr val="000000"/>
              </a:buClr>
              <a:buSzPts val="1200"/>
              <a:buFont typeface="Arial"/>
              <a:buChar char="-"/>
            </a:pPr>
            <a:r>
              <a:rPr b="1" i="0" lang="en-US" sz="1200" u="none" cap="none" strike="noStrike">
                <a:solidFill>
                  <a:schemeClr val="dk1"/>
                </a:solidFill>
                <a:latin typeface="Arial"/>
                <a:ea typeface="Arial"/>
                <a:cs typeface="Arial"/>
                <a:sym typeface="Arial"/>
              </a:rPr>
              <a:t>Stowage Plan - </a:t>
            </a:r>
            <a:r>
              <a:rPr b="0" i="0" lang="en-US" sz="1200" u="none" cap="none" strike="noStrike">
                <a:solidFill>
                  <a:schemeClr val="dk1"/>
                </a:solidFill>
                <a:latin typeface="Arial"/>
                <a:ea typeface="Arial"/>
                <a:cs typeface="Arial"/>
                <a:sym typeface="Arial"/>
              </a:rPr>
              <a:t> Diagrammatic sketch of vessel showing  location of cargo as stowed in the vessel hold (s).</a:t>
            </a:r>
            <a:endParaRPr/>
          </a:p>
          <a:p>
            <a:pPr indent="-171450" lvl="4" marL="171450" marR="0" rtl="0" algn="l">
              <a:lnSpc>
                <a:spcPct val="100000"/>
              </a:lnSpc>
              <a:spcBef>
                <a:spcPts val="0"/>
              </a:spcBef>
              <a:spcAft>
                <a:spcPts val="0"/>
              </a:spcAft>
              <a:buClr>
                <a:srgbClr val="000000"/>
              </a:buClr>
              <a:buSzPts val="1200"/>
              <a:buFont typeface="Arial"/>
              <a:buChar char="-"/>
            </a:pPr>
            <a:r>
              <a:rPr b="1" i="0" lang="en-US" sz="1200" u="none" cap="none" strike="noStrike">
                <a:solidFill>
                  <a:schemeClr val="dk1"/>
                </a:solidFill>
                <a:latin typeface="Arial"/>
                <a:ea typeface="Arial"/>
                <a:cs typeface="Arial"/>
                <a:sym typeface="Arial"/>
              </a:rPr>
              <a:t>Stevedore -  </a:t>
            </a:r>
            <a:r>
              <a:rPr b="0" i="0" lang="en-US" sz="1200" u="none" cap="none" strike="noStrike">
                <a:solidFill>
                  <a:schemeClr val="dk1"/>
                </a:solidFill>
                <a:latin typeface="Arial"/>
                <a:ea typeface="Arial"/>
                <a:cs typeface="Arial"/>
                <a:sym typeface="Arial"/>
              </a:rPr>
              <a:t>Individual or firm that employs longshoremen and who contract to load or unload the ship.</a:t>
            </a:r>
            <a:endParaRPr/>
          </a:p>
        </p:txBody>
      </p:sp>
      <p:pic>
        <p:nvPicPr>
          <p:cNvPr descr="Image result for container chassis photos" id="422" name="Google Shape;422;p9"/>
          <p:cNvPicPr preferRelativeResize="0"/>
          <p:nvPr/>
        </p:nvPicPr>
        <p:blipFill rotWithShape="1">
          <a:blip r:embed="rId3">
            <a:alphaModFix/>
          </a:blip>
          <a:srcRect b="0" l="0" r="0" t="0"/>
          <a:stretch/>
        </p:blipFill>
        <p:spPr>
          <a:xfrm>
            <a:off x="6503122" y="828343"/>
            <a:ext cx="2437962" cy="1565245"/>
          </a:xfrm>
          <a:prstGeom prst="rect">
            <a:avLst/>
          </a:prstGeom>
          <a:noFill/>
          <a:ln>
            <a:noFill/>
          </a:ln>
        </p:spPr>
      </p:pic>
      <p:pic>
        <p:nvPicPr>
          <p:cNvPr descr="Image result for stevedore  photos" id="423" name="Google Shape;423;p9"/>
          <p:cNvPicPr preferRelativeResize="0"/>
          <p:nvPr/>
        </p:nvPicPr>
        <p:blipFill rotWithShape="1">
          <a:blip r:embed="rId4">
            <a:alphaModFix/>
          </a:blip>
          <a:srcRect b="0" l="0" r="0" t="0"/>
          <a:stretch/>
        </p:blipFill>
        <p:spPr>
          <a:xfrm>
            <a:off x="668302" y="3566787"/>
            <a:ext cx="1941293" cy="143003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20"/>
                                        </p:tgtEl>
                                        <p:attrNameLst>
                                          <p:attrName>style.visibility</p:attrName>
                                        </p:attrNameLst>
                                      </p:cBhvr>
                                      <p:to>
                                        <p:strVal val="visible"/>
                                      </p:to>
                                    </p:set>
                                    <p:anim calcmode="lin" valueType="num">
                                      <p:cBhvr additive="base">
                                        <p:cTn dur="500"/>
                                        <p:tgtEl>
                                          <p:spTgt spid="42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1000"/>
                                        <p:tgtEl>
                                          <p:spTgt spid="42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1000"/>
                                        <p:tgtEl>
                                          <p:spTgt spid="422"/>
                                        </p:tgtEl>
                                      </p:cBhvr>
                                    </p:animEffect>
                                  </p:childTnLst>
                                </p:cTn>
                              </p:par>
                              <p:par>
                                <p:cTn fill="hold" nodeType="with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1000"/>
                                        <p:tgtEl>
                                          <p:spTgt spid="4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10"/>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p>
            <a:pPr indent="0" lvl="0" marL="0" marR="0" rtl="0" algn="l">
              <a:lnSpc>
                <a:spcPct val="100000"/>
              </a:lnSpc>
              <a:spcBef>
                <a:spcPts val="0"/>
              </a:spcBef>
              <a:spcAft>
                <a:spcPts val="0"/>
              </a:spcAft>
              <a:buClr>
                <a:srgbClr val="BD0F72"/>
              </a:buClr>
              <a:buSzPts val="1900"/>
              <a:buFont typeface="Arial Black"/>
              <a:buNone/>
            </a:pPr>
            <a:r>
              <a:rPr lang="en-US"/>
              <a:t>Shipping Information</a:t>
            </a:r>
            <a:endParaRPr/>
          </a:p>
        </p:txBody>
      </p:sp>
      <p:sp>
        <p:nvSpPr>
          <p:cNvPr id="429" name="Google Shape;429;p10"/>
          <p:cNvSpPr/>
          <p:nvPr/>
        </p:nvSpPr>
        <p:spPr>
          <a:xfrm>
            <a:off x="157489" y="603212"/>
            <a:ext cx="3150706" cy="439615"/>
          </a:xfrm>
          <a:prstGeom prst="roundRect">
            <a:avLst>
              <a:gd fmla="val 16667" name="adj"/>
            </a:avLst>
          </a:prstGeom>
          <a:solidFill>
            <a:srgbClr val="00B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Arial"/>
                <a:ea typeface="Arial"/>
                <a:cs typeface="Arial"/>
                <a:sym typeface="Arial"/>
              </a:rPr>
              <a:t>Terms Used in Operations</a:t>
            </a:r>
            <a:endParaRPr/>
          </a:p>
        </p:txBody>
      </p:sp>
      <p:sp>
        <p:nvSpPr>
          <p:cNvPr id="430" name="Google Shape;430;p10"/>
          <p:cNvSpPr/>
          <p:nvPr/>
        </p:nvSpPr>
        <p:spPr>
          <a:xfrm>
            <a:off x="697527" y="1228460"/>
            <a:ext cx="7420562" cy="1655841"/>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a:t>
            </a:r>
            <a:r>
              <a:rPr b="1" i="0" lang="en-US" sz="1200" u="none" cap="none" strike="noStrike">
                <a:solidFill>
                  <a:schemeClr val="dk1"/>
                </a:solidFill>
                <a:latin typeface="Arial"/>
                <a:ea typeface="Arial"/>
                <a:cs typeface="Arial"/>
                <a:sym typeface="Arial"/>
              </a:rPr>
              <a:t>Stripping- </a:t>
            </a:r>
            <a:r>
              <a:rPr b="0" i="0" lang="en-US" sz="1200" u="none" cap="none" strike="noStrike">
                <a:solidFill>
                  <a:schemeClr val="dk1"/>
                </a:solidFill>
                <a:latin typeface="Arial"/>
                <a:ea typeface="Arial"/>
                <a:cs typeface="Arial"/>
                <a:sym typeface="Arial"/>
              </a:rPr>
              <a:t>Removing cargo from a container (devanning)</a:t>
            </a:r>
            <a:r>
              <a:rPr b="1" i="0" lang="en-US" sz="1200" u="none" cap="none" strike="noStrike">
                <a:solidFill>
                  <a:schemeClr val="dk1"/>
                </a:solidFill>
                <a:latin typeface="Arial"/>
                <a:ea typeface="Arial"/>
                <a:cs typeface="Arial"/>
                <a:sym typeface="Arial"/>
              </a:rPr>
              <a:t> </a:t>
            </a:r>
            <a:endParaRPr/>
          </a:p>
          <a:p>
            <a:pPr indent="-342900" lvl="0" marL="342900" marR="0" rtl="0" algn="l">
              <a:lnSpc>
                <a:spcPct val="100000"/>
              </a:lnSpc>
              <a:spcBef>
                <a:spcPts val="0"/>
              </a:spcBef>
              <a:spcAft>
                <a:spcPts val="0"/>
              </a:spcAft>
              <a:buClr>
                <a:srgbClr val="000000"/>
              </a:buClr>
              <a:buSzPts val="1200"/>
              <a:buFont typeface="Arial"/>
              <a:buChar char="-"/>
            </a:pPr>
            <a:r>
              <a:rPr b="1" i="0" lang="en-US" sz="1200" u="none" cap="none" strike="noStrike">
                <a:solidFill>
                  <a:schemeClr val="dk1"/>
                </a:solidFill>
                <a:latin typeface="Arial"/>
                <a:ea typeface="Arial"/>
                <a:cs typeface="Arial"/>
                <a:sym typeface="Arial"/>
              </a:rPr>
              <a:t>Stuffing – </a:t>
            </a:r>
            <a:r>
              <a:rPr b="0" i="0" lang="en-US" sz="1200" u="none" cap="none" strike="noStrike">
                <a:solidFill>
                  <a:schemeClr val="dk1"/>
                </a:solidFill>
                <a:latin typeface="Arial"/>
                <a:ea typeface="Arial"/>
                <a:cs typeface="Arial"/>
                <a:sym typeface="Arial"/>
              </a:rPr>
              <a:t>Putting cargo into container</a:t>
            </a:r>
            <a:endParaRPr/>
          </a:p>
          <a:p>
            <a:pPr indent="-342900" lvl="0" marL="342900" marR="0" rtl="0" algn="l">
              <a:lnSpc>
                <a:spcPct val="100000"/>
              </a:lnSpc>
              <a:spcBef>
                <a:spcPts val="0"/>
              </a:spcBef>
              <a:spcAft>
                <a:spcPts val="0"/>
              </a:spcAft>
              <a:buClr>
                <a:srgbClr val="000000"/>
              </a:buClr>
              <a:buSzPts val="1200"/>
              <a:buFont typeface="Arial"/>
              <a:buChar char="-"/>
            </a:pPr>
            <a:r>
              <a:rPr b="1" i="0" lang="en-US" sz="1200" u="none" cap="none" strike="noStrike">
                <a:solidFill>
                  <a:schemeClr val="dk1"/>
                </a:solidFill>
                <a:latin typeface="Arial"/>
                <a:ea typeface="Arial"/>
                <a:cs typeface="Arial"/>
                <a:sym typeface="Arial"/>
              </a:rPr>
              <a:t>Wharfage  - </a:t>
            </a:r>
            <a:r>
              <a:rPr b="0" i="0" lang="en-US" sz="1200" u="none" cap="none" strike="noStrike">
                <a:solidFill>
                  <a:schemeClr val="dk1"/>
                </a:solidFill>
                <a:latin typeface="Arial"/>
                <a:ea typeface="Arial"/>
                <a:cs typeface="Arial"/>
                <a:sym typeface="Arial"/>
              </a:rPr>
              <a:t>Charge assessed by  a pier or dock owner against freight handler over the 	pier or dock or against a steamship company using the pier or dock.</a:t>
            </a:r>
            <a:endParaRPr b="1"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266700" lvl="0" marL="34290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381000" lvl="0" marL="45720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29"/>
                                        </p:tgtEl>
                                        <p:attrNameLst>
                                          <p:attrName>style.visibility</p:attrName>
                                        </p:attrNameLst>
                                      </p:cBhvr>
                                      <p:to>
                                        <p:strVal val="visible"/>
                                      </p:to>
                                    </p:set>
                                    <p:anim calcmode="lin" valueType="num">
                                      <p:cBhvr additive="base">
                                        <p:cTn dur="500"/>
                                        <p:tgtEl>
                                          <p:spTgt spid="42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1000"/>
                                        <p:tgtEl>
                                          <p:spTgt spid="4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11"/>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p>
            <a:pPr indent="0" lvl="0" marL="0" marR="0" rtl="0" algn="l">
              <a:lnSpc>
                <a:spcPct val="100000"/>
              </a:lnSpc>
              <a:spcBef>
                <a:spcPts val="0"/>
              </a:spcBef>
              <a:spcAft>
                <a:spcPts val="0"/>
              </a:spcAft>
              <a:buClr>
                <a:srgbClr val="BD0F72"/>
              </a:buClr>
              <a:buSzPts val="1900"/>
              <a:buFont typeface="Arial Black"/>
              <a:buNone/>
            </a:pPr>
            <a:r>
              <a:rPr lang="en-US"/>
              <a:t>Shipping Information</a:t>
            </a:r>
            <a:endParaRPr/>
          </a:p>
        </p:txBody>
      </p:sp>
      <p:sp>
        <p:nvSpPr>
          <p:cNvPr id="436" name="Google Shape;436;p11"/>
          <p:cNvSpPr/>
          <p:nvPr/>
        </p:nvSpPr>
        <p:spPr>
          <a:xfrm>
            <a:off x="248625" y="575548"/>
            <a:ext cx="2628389" cy="494942"/>
          </a:xfrm>
          <a:prstGeom prst="roundRect">
            <a:avLst>
              <a:gd fmla="val 16667" name="adj"/>
            </a:avLst>
          </a:prstGeom>
          <a:solidFill>
            <a:srgbClr val="00B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2000" u="none" cap="none" strike="noStrike">
                <a:solidFill>
                  <a:schemeClr val="lt1"/>
                </a:solidFill>
                <a:latin typeface="Arial"/>
                <a:ea typeface="Arial"/>
                <a:cs typeface="Arial"/>
                <a:sym typeface="Arial"/>
              </a:rPr>
              <a:t>Mode of Shipment</a:t>
            </a:r>
            <a:endParaRPr/>
          </a:p>
        </p:txBody>
      </p:sp>
      <p:sp>
        <p:nvSpPr>
          <p:cNvPr id="437" name="Google Shape;437;p11"/>
          <p:cNvSpPr/>
          <p:nvPr/>
        </p:nvSpPr>
        <p:spPr>
          <a:xfrm>
            <a:off x="567111" y="1724722"/>
            <a:ext cx="9314726" cy="1129990"/>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20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1" i="0" sz="24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4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4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400" u="sng"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sng"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sng"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sng"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sng"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sng"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sng"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sng"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1600"/>
              <a:buFont typeface="Arial"/>
              <a:buChar char="•"/>
            </a:pPr>
            <a:r>
              <a:rPr b="1" i="0" lang="en-US" sz="1600" u="sng" cap="none" strike="noStrike">
                <a:solidFill>
                  <a:schemeClr val="dk1"/>
                </a:solidFill>
                <a:latin typeface="Arial"/>
                <a:ea typeface="Arial"/>
                <a:cs typeface="Arial"/>
                <a:sym typeface="Arial"/>
              </a:rPr>
              <a:t>Full Container Load (FCL)</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		</a:t>
            </a:r>
            <a:r>
              <a:rPr b="0" i="0" lang="en-US" sz="1400" u="none" cap="none" strike="noStrike">
                <a:solidFill>
                  <a:schemeClr val="dk1"/>
                </a:solidFill>
                <a:latin typeface="Arial"/>
                <a:ea typeface="Arial"/>
                <a:cs typeface="Arial"/>
                <a:sym typeface="Arial"/>
              </a:rPr>
              <a:t>- Refers to the containers filled with goods that are packed or unpacked </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		   by the shipper at his risk and expenses</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		- Shipping company receives FCL cargo at CY or at the shipper’s door and</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		   delivers it at the consignee’s door or CY</a:t>
            </a:r>
            <a:endParaRPr/>
          </a:p>
          <a:p>
            <a:pPr indent="0" lvl="0" marL="0" marR="0" rtl="0" algn="l">
              <a:lnSpc>
                <a:spcPct val="100000"/>
              </a:lnSpc>
              <a:spcBef>
                <a:spcPts val="0"/>
              </a:spcBef>
              <a:spcAft>
                <a:spcPts val="0"/>
              </a:spcAft>
              <a:buNone/>
            </a:pPr>
            <a:r>
              <a:t/>
            </a:r>
            <a:endParaRPr b="1" i="0" sz="24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28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27940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27940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2800" u="none" cap="none" strike="noStrike">
                <a:solidFill>
                  <a:schemeClr val="dk1"/>
                </a:solidFill>
                <a:latin typeface="Arial"/>
                <a:ea typeface="Arial"/>
                <a:cs typeface="Arial"/>
                <a:sym typeface="Arial"/>
              </a:rPr>
              <a:t> </a:t>
            </a:r>
            <a:endParaRPr/>
          </a:p>
        </p:txBody>
      </p:sp>
      <p:sp>
        <p:nvSpPr>
          <p:cNvPr id="438" name="Google Shape;438;p11"/>
          <p:cNvSpPr/>
          <p:nvPr/>
        </p:nvSpPr>
        <p:spPr>
          <a:xfrm>
            <a:off x="696901" y="2586618"/>
            <a:ext cx="8328152" cy="1180069"/>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355600" lvl="0" marL="457200" marR="0" rtl="0" algn="l">
              <a:lnSpc>
                <a:spcPct val="100000"/>
              </a:lnSpc>
              <a:spcBef>
                <a:spcPts val="0"/>
              </a:spcBef>
              <a:spcAft>
                <a:spcPts val="0"/>
              </a:spcAft>
              <a:buClr>
                <a:srgbClr val="000000"/>
              </a:buClr>
              <a:buSzPts val="1600"/>
              <a:buFont typeface="Arial"/>
              <a:buNone/>
            </a:pPr>
            <a:r>
              <a:t/>
            </a:r>
            <a:endParaRPr b="1" i="0" sz="1600" u="sng"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1600"/>
              <a:buFont typeface="Arial"/>
              <a:buChar char="•"/>
            </a:pPr>
            <a:r>
              <a:rPr b="1" i="0" lang="en-US" sz="1600" u="sng" cap="none" strike="noStrike">
                <a:solidFill>
                  <a:schemeClr val="dk1"/>
                </a:solidFill>
                <a:latin typeface="Arial"/>
                <a:ea typeface="Arial"/>
                <a:cs typeface="Arial"/>
                <a:sym typeface="Arial"/>
              </a:rPr>
              <a:t>Less Container Load (LCL)</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		</a:t>
            </a:r>
            <a:r>
              <a:rPr b="0" i="0" lang="en-US" sz="1400" u="none" cap="none" strike="noStrike">
                <a:solidFill>
                  <a:schemeClr val="dk1"/>
                </a:solidFill>
                <a:latin typeface="Arial"/>
                <a:ea typeface="Arial"/>
                <a:cs typeface="Arial"/>
                <a:sym typeface="Arial"/>
              </a:rPr>
              <a:t>- Small lot cargo and cargo requiring special techniques in loading into container</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		   are received at the CFS and LCL cargo and are packed into the container with </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		   the shipping company assuming responsibility.</a:t>
            </a:r>
            <a:endParaRPr b="0" i="0" sz="18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36"/>
                                        </p:tgtEl>
                                        <p:attrNameLst>
                                          <p:attrName>style.visibility</p:attrName>
                                        </p:attrNameLst>
                                      </p:cBhvr>
                                      <p:to>
                                        <p:strVal val="visible"/>
                                      </p:to>
                                    </p:set>
                                    <p:anim calcmode="lin" valueType="num">
                                      <p:cBhvr additive="base">
                                        <p:cTn dur="500"/>
                                        <p:tgtEl>
                                          <p:spTgt spid="43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1000"/>
                                        <p:tgtEl>
                                          <p:spTgt spid="4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1000"/>
                                        <p:tgtEl>
                                          <p:spTgt spid="4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2"/>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p>
            <a:pPr indent="0" lvl="0" marL="0" marR="0" rtl="0" algn="l">
              <a:lnSpc>
                <a:spcPct val="100000"/>
              </a:lnSpc>
              <a:spcBef>
                <a:spcPts val="0"/>
              </a:spcBef>
              <a:spcAft>
                <a:spcPts val="0"/>
              </a:spcAft>
              <a:buClr>
                <a:srgbClr val="BD0F72"/>
              </a:buClr>
              <a:buSzPts val="1900"/>
              <a:buFont typeface="Arial Black"/>
              <a:buNone/>
            </a:pPr>
            <a:r>
              <a:rPr lang="en-US"/>
              <a:t>Shipping Information</a:t>
            </a:r>
            <a:endParaRPr/>
          </a:p>
        </p:txBody>
      </p:sp>
      <p:sp>
        <p:nvSpPr>
          <p:cNvPr id="444" name="Google Shape;444;p12"/>
          <p:cNvSpPr/>
          <p:nvPr/>
        </p:nvSpPr>
        <p:spPr>
          <a:xfrm>
            <a:off x="208155" y="578571"/>
            <a:ext cx="2289717" cy="468352"/>
          </a:xfrm>
          <a:prstGeom prst="roundRect">
            <a:avLst>
              <a:gd fmla="val 16667" name="adj"/>
            </a:avLst>
          </a:prstGeom>
          <a:solidFill>
            <a:srgbClr val="00B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000" u="none" cap="none" strike="noStrike">
                <a:solidFill>
                  <a:schemeClr val="lt1"/>
                </a:solidFill>
                <a:latin typeface="Arial"/>
                <a:ea typeface="Arial"/>
                <a:cs typeface="Arial"/>
                <a:sym typeface="Arial"/>
              </a:rPr>
              <a:t>Container Type</a:t>
            </a:r>
            <a:endParaRPr/>
          </a:p>
        </p:txBody>
      </p:sp>
      <p:pic>
        <p:nvPicPr>
          <p:cNvPr id="445" name="Google Shape;445;p12"/>
          <p:cNvPicPr preferRelativeResize="0"/>
          <p:nvPr/>
        </p:nvPicPr>
        <p:blipFill rotWithShape="1">
          <a:blip r:embed="rId3">
            <a:alphaModFix/>
          </a:blip>
          <a:srcRect b="0" l="0" r="0" t="0"/>
          <a:stretch/>
        </p:blipFill>
        <p:spPr>
          <a:xfrm>
            <a:off x="208155" y="1207915"/>
            <a:ext cx="4036743" cy="3066531"/>
          </a:xfrm>
          <a:prstGeom prst="rect">
            <a:avLst/>
          </a:prstGeom>
          <a:noFill/>
          <a:ln>
            <a:noFill/>
          </a:ln>
        </p:spPr>
      </p:pic>
      <p:pic>
        <p:nvPicPr>
          <p:cNvPr id="446" name="Google Shape;446;p12"/>
          <p:cNvPicPr preferRelativeResize="0"/>
          <p:nvPr/>
        </p:nvPicPr>
        <p:blipFill rotWithShape="1">
          <a:blip r:embed="rId4">
            <a:alphaModFix/>
          </a:blip>
          <a:srcRect b="0" l="0" r="0" t="0"/>
          <a:stretch/>
        </p:blipFill>
        <p:spPr>
          <a:xfrm>
            <a:off x="4572000" y="1207915"/>
            <a:ext cx="4202337" cy="30665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44"/>
                                        </p:tgtEl>
                                        <p:attrNameLst>
                                          <p:attrName>style.visibility</p:attrName>
                                        </p:attrNameLst>
                                      </p:cBhvr>
                                      <p:to>
                                        <p:strVal val="visible"/>
                                      </p:to>
                                    </p:set>
                                    <p:anim calcmode="lin" valueType="num">
                                      <p:cBhvr additive="base">
                                        <p:cTn dur="500"/>
                                        <p:tgtEl>
                                          <p:spTgt spid="44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gtEl>
                                        <p:attrNameLst>
                                          <p:attrName>style.visibility</p:attrName>
                                        </p:attrNameLst>
                                      </p:cBhvr>
                                      <p:to>
                                        <p:strVal val="visible"/>
                                      </p:to>
                                    </p:set>
                                    <p:animEffect filter="fade" transition="in">
                                      <p:cBhvr>
                                        <p:cTn dur="500"/>
                                        <p:tgtEl>
                                          <p:spTgt spid="445"/>
                                        </p:tgtEl>
                                      </p:cBhvr>
                                    </p:animEffect>
                                  </p:childTnLst>
                                </p:cTn>
                              </p:par>
                              <p:par>
                                <p:cTn fill="hold" nodeType="with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500"/>
                                        <p:tgtEl>
                                          <p:spTgt spid="4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13"/>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p>
            <a:pPr indent="0" lvl="0" marL="0" marR="0" rtl="0" algn="l">
              <a:lnSpc>
                <a:spcPct val="100000"/>
              </a:lnSpc>
              <a:spcBef>
                <a:spcPts val="0"/>
              </a:spcBef>
              <a:spcAft>
                <a:spcPts val="0"/>
              </a:spcAft>
              <a:buClr>
                <a:srgbClr val="BD0F72"/>
              </a:buClr>
              <a:buSzPts val="1900"/>
              <a:buFont typeface="Arial Black"/>
              <a:buNone/>
            </a:pPr>
            <a:r>
              <a:rPr lang="en-US"/>
              <a:t>Shipping Information</a:t>
            </a:r>
            <a:endParaRPr/>
          </a:p>
        </p:txBody>
      </p:sp>
      <p:sp>
        <p:nvSpPr>
          <p:cNvPr id="452" name="Google Shape;452;p13"/>
          <p:cNvSpPr/>
          <p:nvPr/>
        </p:nvSpPr>
        <p:spPr>
          <a:xfrm>
            <a:off x="208155" y="578571"/>
            <a:ext cx="2289717" cy="468352"/>
          </a:xfrm>
          <a:prstGeom prst="roundRect">
            <a:avLst>
              <a:gd fmla="val 16667" name="adj"/>
            </a:avLst>
          </a:prstGeom>
          <a:solidFill>
            <a:srgbClr val="00B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000" u="none" cap="none" strike="noStrike">
                <a:solidFill>
                  <a:schemeClr val="lt1"/>
                </a:solidFill>
                <a:latin typeface="Arial"/>
                <a:ea typeface="Arial"/>
                <a:cs typeface="Arial"/>
                <a:sym typeface="Arial"/>
              </a:rPr>
              <a:t>Container Type</a:t>
            </a:r>
            <a:endParaRPr/>
          </a:p>
        </p:txBody>
      </p:sp>
      <p:pic>
        <p:nvPicPr>
          <p:cNvPr id="453" name="Google Shape;453;p13"/>
          <p:cNvPicPr preferRelativeResize="0"/>
          <p:nvPr/>
        </p:nvPicPr>
        <p:blipFill rotWithShape="1">
          <a:blip r:embed="rId3">
            <a:alphaModFix/>
          </a:blip>
          <a:srcRect b="0" l="0" r="0" t="0"/>
          <a:stretch/>
        </p:blipFill>
        <p:spPr>
          <a:xfrm>
            <a:off x="274134" y="1207916"/>
            <a:ext cx="4045105" cy="3094822"/>
          </a:xfrm>
          <a:prstGeom prst="rect">
            <a:avLst/>
          </a:prstGeom>
          <a:noFill/>
          <a:ln>
            <a:noFill/>
          </a:ln>
        </p:spPr>
      </p:pic>
      <p:pic>
        <p:nvPicPr>
          <p:cNvPr id="454" name="Google Shape;454;p13"/>
          <p:cNvPicPr preferRelativeResize="0"/>
          <p:nvPr/>
        </p:nvPicPr>
        <p:blipFill rotWithShape="1">
          <a:blip r:embed="rId4">
            <a:alphaModFix/>
          </a:blip>
          <a:srcRect b="0" l="0" r="0" t="0"/>
          <a:stretch/>
        </p:blipFill>
        <p:spPr>
          <a:xfrm>
            <a:off x="4438186" y="1207916"/>
            <a:ext cx="4170555" cy="312476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52"/>
                                        </p:tgtEl>
                                        <p:attrNameLst>
                                          <p:attrName>style.visibility</p:attrName>
                                        </p:attrNameLst>
                                      </p:cBhvr>
                                      <p:to>
                                        <p:strVal val="visible"/>
                                      </p:to>
                                    </p:set>
                                    <p:anim calcmode="lin" valueType="num">
                                      <p:cBhvr additive="base">
                                        <p:cTn dur="500"/>
                                        <p:tgtEl>
                                          <p:spTgt spid="45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gtEl>
                                        <p:attrNameLst>
                                          <p:attrName>style.visibility</p:attrName>
                                        </p:attrNameLst>
                                      </p:cBhvr>
                                      <p:to>
                                        <p:strVal val="visible"/>
                                      </p:to>
                                    </p:set>
                                    <p:animEffect filter="fade" transition="in">
                                      <p:cBhvr>
                                        <p:cTn dur="500"/>
                                        <p:tgtEl>
                                          <p:spTgt spid="453"/>
                                        </p:tgtEl>
                                      </p:cBhvr>
                                    </p:animEffect>
                                  </p:childTnLst>
                                </p:cTn>
                              </p:par>
                              <p:par>
                                <p:cTn fill="hold" nodeType="withEffect" presetClass="entr" presetID="10" presetSubtype="0">
                                  <p:stCondLst>
                                    <p:cond delay="0"/>
                                  </p:stCondLst>
                                  <p:childTnLst>
                                    <p:set>
                                      <p:cBhvr>
                                        <p:cTn dur="1" fill="hold">
                                          <p:stCondLst>
                                            <p:cond delay="0"/>
                                          </p:stCondLst>
                                        </p:cTn>
                                        <p:tgtEl>
                                          <p:spTgt spid="454"/>
                                        </p:tgtEl>
                                        <p:attrNameLst>
                                          <p:attrName>style.visibility</p:attrName>
                                        </p:attrNameLst>
                                      </p:cBhvr>
                                      <p:to>
                                        <p:strVal val="visible"/>
                                      </p:to>
                                    </p:set>
                                    <p:animEffect filter="fade" transition="in">
                                      <p:cBhvr>
                                        <p:cTn dur="500"/>
                                        <p:tgtEl>
                                          <p:spTgt spid="4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14"/>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p>
            <a:pPr indent="0" lvl="0" marL="0" marR="0" rtl="0" algn="l">
              <a:lnSpc>
                <a:spcPct val="100000"/>
              </a:lnSpc>
              <a:spcBef>
                <a:spcPts val="0"/>
              </a:spcBef>
              <a:spcAft>
                <a:spcPts val="0"/>
              </a:spcAft>
              <a:buClr>
                <a:srgbClr val="BD0F72"/>
              </a:buClr>
              <a:buSzPts val="1900"/>
              <a:buFont typeface="Arial Black"/>
              <a:buNone/>
            </a:pPr>
            <a:r>
              <a:rPr lang="en-US"/>
              <a:t>Shipping Information</a:t>
            </a:r>
            <a:endParaRPr/>
          </a:p>
        </p:txBody>
      </p:sp>
      <p:sp>
        <p:nvSpPr>
          <p:cNvPr id="460" name="Google Shape;460;p14"/>
          <p:cNvSpPr/>
          <p:nvPr/>
        </p:nvSpPr>
        <p:spPr>
          <a:xfrm>
            <a:off x="208155" y="578571"/>
            <a:ext cx="2289717" cy="468352"/>
          </a:xfrm>
          <a:prstGeom prst="roundRect">
            <a:avLst>
              <a:gd fmla="val 16667" name="adj"/>
            </a:avLst>
          </a:prstGeom>
          <a:solidFill>
            <a:srgbClr val="00B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000" u="none" cap="none" strike="noStrike">
                <a:solidFill>
                  <a:schemeClr val="lt1"/>
                </a:solidFill>
                <a:latin typeface="Arial"/>
                <a:ea typeface="Arial"/>
                <a:cs typeface="Arial"/>
                <a:sym typeface="Arial"/>
              </a:rPr>
              <a:t>Container Type</a:t>
            </a:r>
            <a:endParaRPr/>
          </a:p>
        </p:txBody>
      </p:sp>
      <p:sp>
        <p:nvSpPr>
          <p:cNvPr id="461" name="Google Shape;461;p14"/>
          <p:cNvSpPr/>
          <p:nvPr/>
        </p:nvSpPr>
        <p:spPr>
          <a:xfrm>
            <a:off x="401623" y="1207915"/>
            <a:ext cx="9549412" cy="1753476"/>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1400"/>
              <a:buFont typeface="Arial"/>
              <a:buChar char="•"/>
            </a:pPr>
            <a:r>
              <a:rPr b="1" i="0" lang="en-US" sz="1400" u="sng" cap="none" strike="noStrike">
                <a:solidFill>
                  <a:schemeClr val="dk1"/>
                </a:solidFill>
                <a:latin typeface="Arial"/>
                <a:ea typeface="Arial"/>
                <a:cs typeface="Arial"/>
                <a:sym typeface="Arial"/>
              </a:rPr>
              <a:t>Special Type of Container</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		</a:t>
            </a:r>
            <a:r>
              <a:rPr b="1" i="0" lang="en-US" sz="1400" u="none" cap="none" strike="noStrike">
                <a:solidFill>
                  <a:schemeClr val="dk1"/>
                </a:solidFill>
                <a:latin typeface="Arial"/>
                <a:ea typeface="Arial"/>
                <a:cs typeface="Arial"/>
                <a:sym typeface="Arial"/>
              </a:rPr>
              <a:t>1. OPEN TOP</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		</a:t>
            </a:r>
            <a:r>
              <a:rPr b="0" i="0" lang="en-US" sz="1200" u="none" cap="none" strike="noStrike">
                <a:solidFill>
                  <a:schemeClr val="dk1"/>
                </a:solidFill>
                <a:latin typeface="Arial"/>
                <a:ea typeface="Arial"/>
                <a:cs typeface="Arial"/>
                <a:sym typeface="Arial"/>
              </a:rPr>
              <a:t>- A canvas Cover is used as the ceiling of the container </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permitting the use of a crane to load and unload.</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  Over-height cargo can be loaded</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  Rings are imbedded into the floor which provide</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good lashing for machinery.</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  can be 20 / 40 / 45’ container.</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a:t>
            </a:r>
            <a:endParaRPr b="0" i="0" sz="1600" u="none" cap="none" strike="noStrike">
              <a:solidFill>
                <a:schemeClr val="dk1"/>
              </a:solidFill>
              <a:latin typeface="Arial"/>
              <a:ea typeface="Arial"/>
              <a:cs typeface="Arial"/>
              <a:sym typeface="Arial"/>
            </a:endParaRPr>
          </a:p>
        </p:txBody>
      </p:sp>
      <p:sp>
        <p:nvSpPr>
          <p:cNvPr id="462" name="Google Shape;462;p14"/>
          <p:cNvSpPr/>
          <p:nvPr/>
        </p:nvSpPr>
        <p:spPr>
          <a:xfrm>
            <a:off x="3111974" y="2377937"/>
            <a:ext cx="7045486" cy="2616184"/>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1" i="0" sz="14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sng" cap="none" strike="noStrike">
              <a:solidFill>
                <a:schemeClr val="dk1"/>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1400"/>
              <a:buFont typeface="Arial"/>
              <a:buChar char="•"/>
            </a:pPr>
            <a:r>
              <a:rPr b="1" i="0" lang="en-US" sz="1400" u="sng" cap="none" strike="noStrike">
                <a:solidFill>
                  <a:schemeClr val="dk1"/>
                </a:solidFill>
                <a:latin typeface="Arial"/>
                <a:ea typeface="Arial"/>
                <a:cs typeface="Arial"/>
                <a:sym typeface="Arial"/>
              </a:rPr>
              <a:t>Special Type of Container</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		</a:t>
            </a:r>
            <a:r>
              <a:rPr b="1" i="0" lang="en-US" sz="1400" u="none" cap="none" strike="noStrike">
                <a:solidFill>
                  <a:schemeClr val="dk1"/>
                </a:solidFill>
                <a:latin typeface="Arial"/>
                <a:ea typeface="Arial"/>
                <a:cs typeface="Arial"/>
                <a:sym typeface="Arial"/>
              </a:rPr>
              <a:t>2. FLAT RACK</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		</a:t>
            </a:r>
            <a:r>
              <a:rPr b="0" i="0" lang="en-US" sz="1200" u="none" cap="none" strike="noStrike">
                <a:solidFill>
                  <a:schemeClr val="dk1"/>
                </a:solidFill>
                <a:latin typeface="Arial"/>
                <a:ea typeface="Arial"/>
                <a:cs typeface="Arial"/>
                <a:sym typeface="Arial"/>
              </a:rPr>
              <a:t>- Cargo can be loaded into this container from either</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end or from top.</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  This is best suited from machineries</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  This container has no ceiling</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35560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35560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60"/>
                                        </p:tgtEl>
                                        <p:attrNameLst>
                                          <p:attrName>style.visibility</p:attrName>
                                        </p:attrNameLst>
                                      </p:cBhvr>
                                      <p:to>
                                        <p:strVal val="visible"/>
                                      </p:to>
                                    </p:set>
                                    <p:anim calcmode="lin" valueType="num">
                                      <p:cBhvr additive="base">
                                        <p:cTn dur="500"/>
                                        <p:tgtEl>
                                          <p:spTgt spid="46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1000"/>
                                        <p:tgtEl>
                                          <p:spTgt spid="4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1000"/>
                                        <p:tgtEl>
                                          <p:spTgt spid="4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15"/>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p>
            <a:pPr indent="0" lvl="0" marL="0" marR="0" rtl="0" algn="l">
              <a:lnSpc>
                <a:spcPct val="100000"/>
              </a:lnSpc>
              <a:spcBef>
                <a:spcPts val="0"/>
              </a:spcBef>
              <a:spcAft>
                <a:spcPts val="0"/>
              </a:spcAft>
              <a:buClr>
                <a:srgbClr val="BD0F72"/>
              </a:buClr>
              <a:buSzPts val="1900"/>
              <a:buFont typeface="Arial Black"/>
              <a:buNone/>
            </a:pPr>
            <a:r>
              <a:rPr lang="en-US"/>
              <a:t>Shipping Information</a:t>
            </a:r>
            <a:endParaRPr/>
          </a:p>
        </p:txBody>
      </p:sp>
      <p:sp>
        <p:nvSpPr>
          <p:cNvPr id="468" name="Google Shape;468;p15"/>
          <p:cNvSpPr/>
          <p:nvPr/>
        </p:nvSpPr>
        <p:spPr>
          <a:xfrm>
            <a:off x="208155" y="578571"/>
            <a:ext cx="2289717" cy="468352"/>
          </a:xfrm>
          <a:prstGeom prst="roundRect">
            <a:avLst>
              <a:gd fmla="val 16667" name="adj"/>
            </a:avLst>
          </a:prstGeom>
          <a:solidFill>
            <a:srgbClr val="00B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000" u="none" cap="none" strike="noStrike">
                <a:solidFill>
                  <a:schemeClr val="lt1"/>
                </a:solidFill>
                <a:latin typeface="Arial"/>
                <a:ea typeface="Arial"/>
                <a:cs typeface="Arial"/>
                <a:sym typeface="Arial"/>
              </a:rPr>
              <a:t>Container Type</a:t>
            </a:r>
            <a:endParaRPr/>
          </a:p>
        </p:txBody>
      </p:sp>
      <p:sp>
        <p:nvSpPr>
          <p:cNvPr id="469" name="Google Shape;469;p15"/>
          <p:cNvSpPr/>
          <p:nvPr/>
        </p:nvSpPr>
        <p:spPr>
          <a:xfrm>
            <a:off x="195482" y="489361"/>
            <a:ext cx="7608383" cy="2672963"/>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1" i="0" sz="14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sng" cap="none" strike="noStrike">
              <a:solidFill>
                <a:schemeClr val="dk1"/>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1400"/>
              <a:buFont typeface="Arial"/>
              <a:buChar char="•"/>
            </a:pPr>
            <a:r>
              <a:rPr b="1" i="0" lang="en-US" sz="1400" u="sng" cap="none" strike="noStrike">
                <a:solidFill>
                  <a:schemeClr val="dk1"/>
                </a:solidFill>
                <a:latin typeface="Arial"/>
                <a:ea typeface="Arial"/>
                <a:cs typeface="Arial"/>
                <a:sym typeface="Arial"/>
              </a:rPr>
              <a:t>Special Type of Container</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		</a:t>
            </a:r>
            <a:r>
              <a:rPr b="1" i="0" lang="en-US" sz="1400" u="none" cap="none" strike="noStrike">
                <a:solidFill>
                  <a:schemeClr val="dk1"/>
                </a:solidFill>
                <a:latin typeface="Arial"/>
                <a:ea typeface="Arial"/>
                <a:cs typeface="Arial"/>
                <a:sym typeface="Arial"/>
              </a:rPr>
              <a:t>3. REEFER CONTIANER</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		</a:t>
            </a:r>
            <a:r>
              <a:rPr b="0" i="0" lang="en-US" sz="1200" u="none" cap="none" strike="noStrike">
                <a:solidFill>
                  <a:schemeClr val="dk1"/>
                </a:solidFill>
                <a:latin typeface="Arial"/>
                <a:ea typeface="Arial"/>
                <a:cs typeface="Arial"/>
                <a:sym typeface="Arial"/>
              </a:rPr>
              <a:t>- The temperature can be set between +25C &amp; -25C</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  The designated temperature can be maintained</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throughout</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the entire transit by means of the refrigeration unit.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35560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35560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 </a:t>
            </a:r>
            <a:endParaRPr/>
          </a:p>
        </p:txBody>
      </p:sp>
      <p:sp>
        <p:nvSpPr>
          <p:cNvPr id="470" name="Google Shape;470;p15"/>
          <p:cNvSpPr/>
          <p:nvPr/>
        </p:nvSpPr>
        <p:spPr>
          <a:xfrm>
            <a:off x="3550466" y="2345104"/>
            <a:ext cx="6065270" cy="2083059"/>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1" i="0" sz="14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sng" cap="none" strike="noStrike">
              <a:solidFill>
                <a:schemeClr val="dk1"/>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368300" lvl="0" marL="457200" marR="0" rtl="0" algn="l">
              <a:lnSpc>
                <a:spcPct val="100000"/>
              </a:lnSpc>
              <a:spcBef>
                <a:spcPts val="0"/>
              </a:spcBef>
              <a:spcAft>
                <a:spcPts val="0"/>
              </a:spcAft>
              <a:buClr>
                <a:srgbClr val="000000"/>
              </a:buClr>
              <a:buSzPts val="1400"/>
              <a:buFont typeface="Arial"/>
              <a:buNone/>
            </a:pPr>
            <a:r>
              <a:t/>
            </a:r>
            <a:endParaRPr b="1" i="0" sz="14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1400" u="sng"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1400"/>
              <a:buFont typeface="Arial"/>
              <a:buChar char="•"/>
            </a:pPr>
            <a:r>
              <a:rPr b="1" i="0" lang="en-US" sz="1400" u="sng" cap="none" strike="noStrike">
                <a:solidFill>
                  <a:schemeClr val="dk1"/>
                </a:solidFill>
                <a:latin typeface="Arial"/>
                <a:ea typeface="Arial"/>
                <a:cs typeface="Arial"/>
                <a:sym typeface="Arial"/>
              </a:rPr>
              <a:t>Special Type of Container</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		</a:t>
            </a:r>
            <a:r>
              <a:rPr b="1" i="0" lang="en-US" sz="1400" u="none" cap="none" strike="noStrike">
                <a:solidFill>
                  <a:schemeClr val="dk1"/>
                </a:solidFill>
                <a:latin typeface="Arial"/>
                <a:ea typeface="Arial"/>
                <a:cs typeface="Arial"/>
                <a:sym typeface="Arial"/>
              </a:rPr>
              <a:t>4. TANK CONTAINER</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		</a:t>
            </a:r>
            <a:r>
              <a:rPr b="0" i="0" lang="en-US" sz="1200" u="none" cap="none" strike="noStrike">
                <a:solidFill>
                  <a:schemeClr val="dk1"/>
                </a:solidFill>
                <a:latin typeface="Arial"/>
                <a:ea typeface="Arial"/>
                <a:cs typeface="Arial"/>
                <a:sym typeface="Arial"/>
              </a:rPr>
              <a:t>- Tank with an iso-frame; liquid cargoes in bulk</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including foodstuffs &amp; hazardous cargoes</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Arial"/>
              <a:ea typeface="Arial"/>
              <a:cs typeface="Arial"/>
              <a:sym typeface="Arial"/>
            </a:endParaRPr>
          </a:p>
          <a:p>
            <a:pPr indent="-35560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35560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600" u="none" cap="none" strike="noStrike">
                <a:solidFill>
                  <a:schemeClr val="dk1"/>
                </a:solidFill>
                <a:latin typeface="Arial"/>
                <a:ea typeface="Arial"/>
                <a:cs typeface="Arial"/>
                <a:sym typeface="Arial"/>
              </a:rPr>
              <a:t> </a:t>
            </a:r>
            <a:endParaRPr/>
          </a:p>
        </p:txBody>
      </p:sp>
      <p:pic>
        <p:nvPicPr>
          <p:cNvPr id="471" name="Google Shape;471;p15"/>
          <p:cNvPicPr preferRelativeResize="0"/>
          <p:nvPr/>
        </p:nvPicPr>
        <p:blipFill rotWithShape="1">
          <a:blip r:embed="rId3">
            <a:alphaModFix/>
          </a:blip>
          <a:srcRect b="0" l="0" r="0" t="0"/>
          <a:stretch/>
        </p:blipFill>
        <p:spPr>
          <a:xfrm>
            <a:off x="5400884" y="283479"/>
            <a:ext cx="4147231" cy="2759794"/>
          </a:xfrm>
          <a:prstGeom prst="rect">
            <a:avLst/>
          </a:prstGeom>
          <a:noFill/>
          <a:ln>
            <a:noFill/>
          </a:ln>
        </p:spPr>
      </p:pic>
      <p:pic>
        <p:nvPicPr>
          <p:cNvPr descr="Image result for tanks container photos" id="472" name="Google Shape;472;p15"/>
          <p:cNvPicPr preferRelativeResize="0"/>
          <p:nvPr/>
        </p:nvPicPr>
        <p:blipFill rotWithShape="1">
          <a:blip r:embed="rId4">
            <a:alphaModFix/>
          </a:blip>
          <a:srcRect b="0" l="0" r="0" t="0"/>
          <a:stretch/>
        </p:blipFill>
        <p:spPr>
          <a:xfrm>
            <a:off x="2718157" y="3234106"/>
            <a:ext cx="2356763" cy="1767573"/>
          </a:xfrm>
          <a:prstGeom prst="rect">
            <a:avLst/>
          </a:prstGeom>
          <a:noFill/>
          <a:ln>
            <a:noFill/>
          </a:ln>
        </p:spPr>
      </p:pic>
      <p:pic>
        <p:nvPicPr>
          <p:cNvPr descr="Related image" id="473" name="Google Shape;473;p15"/>
          <p:cNvPicPr preferRelativeResize="0"/>
          <p:nvPr/>
        </p:nvPicPr>
        <p:blipFill rotWithShape="1">
          <a:blip r:embed="rId5">
            <a:alphaModFix/>
          </a:blip>
          <a:srcRect b="0" l="0" r="0" t="0"/>
          <a:stretch/>
        </p:blipFill>
        <p:spPr>
          <a:xfrm>
            <a:off x="208155" y="3366025"/>
            <a:ext cx="2722978" cy="156387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68"/>
                                        </p:tgtEl>
                                        <p:attrNameLst>
                                          <p:attrName>style.visibility</p:attrName>
                                        </p:attrNameLst>
                                      </p:cBhvr>
                                      <p:to>
                                        <p:strVal val="visible"/>
                                      </p:to>
                                    </p:set>
                                    <p:anim calcmode="lin" valueType="num">
                                      <p:cBhvr additive="base">
                                        <p:cTn dur="500"/>
                                        <p:tgtEl>
                                          <p:spTgt spid="46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1000"/>
                                        <p:tgtEl>
                                          <p:spTgt spid="4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1000"/>
                                        <p:tgtEl>
                                          <p:spTgt spid="47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500"/>
                                        <p:tgtEl>
                                          <p:spTgt spid="471"/>
                                        </p:tgtEl>
                                      </p:cBhvr>
                                    </p:animEffect>
                                  </p:childTnLst>
                                </p:cTn>
                              </p:par>
                              <p:par>
                                <p:cTn fill="hold" nodeType="with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500"/>
                                        <p:tgtEl>
                                          <p:spTgt spid="472"/>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500"/>
                                        <p:tgtEl>
                                          <p:spTgt spid="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6"/>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p>
            <a:pPr indent="0" lvl="0" marL="0" marR="0" rtl="0" algn="l">
              <a:lnSpc>
                <a:spcPct val="100000"/>
              </a:lnSpc>
              <a:spcBef>
                <a:spcPts val="0"/>
              </a:spcBef>
              <a:spcAft>
                <a:spcPts val="0"/>
              </a:spcAft>
              <a:buClr>
                <a:srgbClr val="BD0F72"/>
              </a:buClr>
              <a:buSzPts val="1900"/>
              <a:buFont typeface="Arial Black"/>
              <a:buNone/>
            </a:pPr>
            <a:r>
              <a:rPr lang="en-US"/>
              <a:t>Shipping Information</a:t>
            </a:r>
            <a:endParaRPr/>
          </a:p>
        </p:txBody>
      </p:sp>
      <p:sp>
        <p:nvSpPr>
          <p:cNvPr id="479" name="Google Shape;479;p16"/>
          <p:cNvSpPr/>
          <p:nvPr/>
        </p:nvSpPr>
        <p:spPr>
          <a:xfrm>
            <a:off x="208155" y="578571"/>
            <a:ext cx="2289717" cy="468352"/>
          </a:xfrm>
          <a:prstGeom prst="roundRect">
            <a:avLst>
              <a:gd fmla="val 16667" name="adj"/>
            </a:avLst>
          </a:prstGeom>
          <a:solidFill>
            <a:srgbClr val="00B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2000" u="none" cap="none" strike="noStrike">
                <a:solidFill>
                  <a:schemeClr val="lt1"/>
                </a:solidFill>
                <a:latin typeface="Arial"/>
                <a:ea typeface="Arial"/>
                <a:cs typeface="Arial"/>
                <a:sym typeface="Arial"/>
              </a:rPr>
              <a:t>Container Type</a:t>
            </a:r>
            <a:endParaRPr/>
          </a:p>
        </p:txBody>
      </p:sp>
      <p:sp>
        <p:nvSpPr>
          <p:cNvPr id="480" name="Google Shape;480;p16"/>
          <p:cNvSpPr/>
          <p:nvPr/>
        </p:nvSpPr>
        <p:spPr>
          <a:xfrm>
            <a:off x="208155" y="578571"/>
            <a:ext cx="7781270" cy="1844344"/>
          </a:xfrm>
          <a:prstGeom prst="rect">
            <a:avLst/>
          </a:prstGeom>
          <a:no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US" sz="20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1" i="0" sz="24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4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400" u="sng"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1" i="0" sz="2400" u="sng"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sng"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sng"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sng"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sng"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sng"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sng" cap="none" strike="noStrike">
              <a:solidFill>
                <a:schemeClr val="dk1"/>
              </a:solidFill>
              <a:latin typeface="Arial"/>
              <a:ea typeface="Arial"/>
              <a:cs typeface="Arial"/>
              <a:sym typeface="Arial"/>
            </a:endParaRPr>
          </a:p>
          <a:p>
            <a:pPr indent="-304800" lvl="0" marL="457200" marR="0" rtl="0" algn="l">
              <a:lnSpc>
                <a:spcPct val="100000"/>
              </a:lnSpc>
              <a:spcBef>
                <a:spcPts val="0"/>
              </a:spcBef>
              <a:spcAft>
                <a:spcPts val="0"/>
              </a:spcAft>
              <a:buClr>
                <a:srgbClr val="000000"/>
              </a:buClr>
              <a:buSzPts val="2400"/>
              <a:buFont typeface="Arial"/>
              <a:buNone/>
            </a:pPr>
            <a:r>
              <a:t/>
            </a:r>
            <a:endParaRPr b="1" i="0" sz="2400" u="sng" cap="none" strike="noStrike">
              <a:solidFill>
                <a:schemeClr val="dk1"/>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1400"/>
              <a:buFont typeface="Arial"/>
              <a:buChar char="•"/>
            </a:pPr>
            <a:r>
              <a:rPr b="1" i="0" lang="en-US" sz="1400" u="sng" cap="none" strike="noStrike">
                <a:solidFill>
                  <a:schemeClr val="dk1"/>
                </a:solidFill>
                <a:latin typeface="Arial"/>
                <a:ea typeface="Arial"/>
                <a:cs typeface="Arial"/>
                <a:sym typeface="Arial"/>
              </a:rPr>
              <a:t>Special Type of Container</a:t>
            </a:r>
            <a:endParaRPr b="1"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		</a:t>
            </a:r>
            <a:r>
              <a:rPr b="1" i="0" lang="en-US" sz="1400" u="none" cap="none" strike="noStrike">
                <a:solidFill>
                  <a:schemeClr val="dk1"/>
                </a:solidFill>
                <a:latin typeface="Arial"/>
                <a:ea typeface="Arial"/>
                <a:cs typeface="Arial"/>
                <a:sym typeface="Arial"/>
              </a:rPr>
              <a:t>5. VENTILATED	</a:t>
            </a:r>
            <a:endParaRPr/>
          </a:p>
          <a:p>
            <a:pPr indent="0" lvl="0" marL="0" marR="0" rtl="0" algn="l">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		</a:t>
            </a:r>
            <a:r>
              <a:rPr b="0" i="0" lang="en-US" sz="1200" u="none" cap="none" strike="noStrike">
                <a:solidFill>
                  <a:schemeClr val="dk1"/>
                </a:solidFill>
                <a:latin typeface="Arial"/>
                <a:ea typeface="Arial"/>
                <a:cs typeface="Arial"/>
                <a:sym typeface="Arial"/>
              </a:rPr>
              <a:t>- Slide vents along top and bottom rails; for hygroscopic cargoes e.g. coffee, cocoa</a:t>
            </a:r>
            <a:endParaRPr/>
          </a:p>
          <a:p>
            <a:pPr indent="0" lvl="0" marL="0" marR="0" rtl="0" algn="l">
              <a:lnSpc>
                <a:spcPct val="100000"/>
              </a:lnSpc>
              <a:spcBef>
                <a:spcPts val="0"/>
              </a:spcBef>
              <a:spcAft>
                <a:spcPts val="0"/>
              </a:spcAft>
              <a:buNone/>
            </a:pPr>
            <a:r>
              <a:rPr b="0" i="0" lang="en-US" sz="1200" u="none" cap="none" strike="noStrike">
                <a:solidFill>
                  <a:schemeClr val="dk1"/>
                </a:solidFill>
                <a:latin typeface="Arial"/>
                <a:ea typeface="Arial"/>
                <a:cs typeface="Arial"/>
                <a:sym typeface="Arial"/>
              </a:rPr>
              <a:t>		   tobacco.</a:t>
            </a:r>
            <a:endParaRPr/>
          </a:p>
          <a:p>
            <a:pPr indent="0" lvl="0" marL="0" marR="0" rtl="0" algn="l">
              <a:lnSpc>
                <a:spcPct val="100000"/>
              </a:lnSpc>
              <a:spcBef>
                <a:spcPts val="0"/>
              </a:spcBef>
              <a:spcAft>
                <a:spcPts val="0"/>
              </a:spcAft>
              <a:buNone/>
            </a:pPr>
            <a:r>
              <a:rPr b="0" i="0" lang="en-US" sz="2000" u="none" cap="none" strike="noStrike">
                <a:solidFill>
                  <a:schemeClr val="dk1"/>
                </a:solidFill>
                <a:latin typeface="Arial"/>
                <a:ea typeface="Arial"/>
                <a:cs typeface="Arial"/>
                <a:sym typeface="Arial"/>
              </a:rPr>
              <a:t>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28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27940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27940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0" i="0" lang="en-US" sz="2800" u="none" cap="none" strike="noStrike">
                <a:solidFill>
                  <a:schemeClr val="dk1"/>
                </a:solidFill>
                <a:latin typeface="Arial"/>
                <a:ea typeface="Arial"/>
                <a:cs typeface="Arial"/>
                <a:sym typeface="Arial"/>
              </a:rPr>
              <a:t> </a:t>
            </a:r>
            <a:endParaRPr/>
          </a:p>
        </p:txBody>
      </p:sp>
      <p:pic>
        <p:nvPicPr>
          <p:cNvPr descr="Image result for ventilated container photos" id="481" name="Google Shape;481;p16"/>
          <p:cNvPicPr preferRelativeResize="0"/>
          <p:nvPr/>
        </p:nvPicPr>
        <p:blipFill rotWithShape="1">
          <a:blip r:embed="rId3">
            <a:alphaModFix/>
          </a:blip>
          <a:srcRect b="0" l="0" r="0" t="0"/>
          <a:stretch/>
        </p:blipFill>
        <p:spPr>
          <a:xfrm>
            <a:off x="399066" y="2196146"/>
            <a:ext cx="4239841" cy="2947354"/>
          </a:xfrm>
          <a:prstGeom prst="rect">
            <a:avLst/>
          </a:prstGeom>
          <a:noFill/>
          <a:ln>
            <a:noFill/>
          </a:ln>
        </p:spPr>
      </p:pic>
      <p:pic>
        <p:nvPicPr>
          <p:cNvPr descr="Image result for ventilated container photos" id="482" name="Google Shape;482;p16"/>
          <p:cNvPicPr preferRelativeResize="0"/>
          <p:nvPr/>
        </p:nvPicPr>
        <p:blipFill rotWithShape="1">
          <a:blip r:embed="rId4">
            <a:alphaModFix/>
          </a:blip>
          <a:srcRect b="0" l="0" r="0" t="0"/>
          <a:stretch/>
        </p:blipFill>
        <p:spPr>
          <a:xfrm>
            <a:off x="4959745" y="2196146"/>
            <a:ext cx="3286517" cy="26318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79"/>
                                        </p:tgtEl>
                                        <p:attrNameLst>
                                          <p:attrName>style.visibility</p:attrName>
                                        </p:attrNameLst>
                                      </p:cBhvr>
                                      <p:to>
                                        <p:strVal val="visible"/>
                                      </p:to>
                                    </p:set>
                                    <p:anim calcmode="lin" valueType="num">
                                      <p:cBhvr additive="base">
                                        <p:cTn dur="500"/>
                                        <p:tgtEl>
                                          <p:spTgt spid="47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1000"/>
                                        <p:tgtEl>
                                          <p:spTgt spid="48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1000"/>
                                        <p:tgtEl>
                                          <p:spTgt spid="481"/>
                                        </p:tgtEl>
                                      </p:cBhvr>
                                    </p:animEffect>
                                  </p:childTnLst>
                                </p:cTn>
                              </p:par>
                              <p:par>
                                <p:cTn fill="hold" nodeType="with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1000"/>
                                        <p:tgtEl>
                                          <p:spTgt spid="4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17"/>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p>
            <a:pPr indent="0" lvl="0" marL="0" marR="0" rtl="0" algn="l">
              <a:lnSpc>
                <a:spcPct val="100000"/>
              </a:lnSpc>
              <a:spcBef>
                <a:spcPts val="0"/>
              </a:spcBef>
              <a:spcAft>
                <a:spcPts val="0"/>
              </a:spcAft>
              <a:buClr>
                <a:srgbClr val="BD0F72"/>
              </a:buClr>
              <a:buSzPts val="1900"/>
              <a:buFont typeface="Arial Black"/>
              <a:buNone/>
            </a:pPr>
            <a:r>
              <a:rPr lang="en-US"/>
              <a:t>Shipping Information</a:t>
            </a:r>
            <a:endParaRPr/>
          </a:p>
        </p:txBody>
      </p:sp>
      <p:sp>
        <p:nvSpPr>
          <p:cNvPr id="488" name="Google Shape;488;p17"/>
          <p:cNvSpPr txBox="1"/>
          <p:nvPr/>
        </p:nvSpPr>
        <p:spPr>
          <a:xfrm>
            <a:off x="245326" y="718532"/>
            <a:ext cx="8296508" cy="32470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D1415"/>
              </a:buClr>
              <a:buSzPts val="2000"/>
              <a:buFont typeface="Arial"/>
              <a:buNone/>
            </a:pPr>
            <a:r>
              <a:rPr b="1" i="0" lang="en-US" sz="2000" u="none" cap="none" strike="noStrike">
                <a:solidFill>
                  <a:srgbClr val="8D1415"/>
                </a:solidFill>
                <a:latin typeface="Corbel"/>
                <a:ea typeface="Corbel"/>
                <a:cs typeface="Corbel"/>
                <a:sym typeface="Corbel"/>
              </a:rPr>
              <a:t>DEPOTS</a:t>
            </a:r>
            <a:endParaRPr/>
          </a:p>
          <a:p>
            <a:pPr indent="0" lvl="0" marL="0" marR="0" rtl="0" algn="l">
              <a:lnSpc>
                <a:spcPct val="100000"/>
              </a:lnSpc>
              <a:spcBef>
                <a:spcPts val="0"/>
              </a:spcBef>
              <a:spcAft>
                <a:spcPts val="0"/>
              </a:spcAft>
              <a:buClr>
                <a:srgbClr val="CC0099"/>
              </a:buClr>
              <a:buSzPts val="1200"/>
              <a:buFont typeface="Arial"/>
              <a:buNone/>
            </a:pPr>
            <a:r>
              <a:rPr b="0" i="0" lang="en-US" sz="1200" u="none" cap="none" strike="noStrike">
                <a:solidFill>
                  <a:srgbClr val="CC0099"/>
                </a:solidFill>
                <a:latin typeface="Corbel"/>
                <a:ea typeface="Corbel"/>
                <a:cs typeface="Corbel"/>
                <a:sym typeface="Corbel"/>
              </a:rPr>
              <a:t>Cargo is delivered to a central facility called a depot, where freight can be carefully packed and consolidated into a container by agents externally contracted by the shipping line, reducing confusion and avoiding the potential for damage or theft of goods by one of the other suppliers. Likewise, when the shipment reaches its destination, it must pass through a depot, where the container can be deconsolidated back into individual shipments, ready for pickup</a:t>
            </a:r>
            <a:r>
              <a:rPr b="0" i="0" lang="en-US" sz="1100" u="none" cap="none" strike="noStrike">
                <a:solidFill>
                  <a:srgbClr val="CC0099"/>
                </a:solidFill>
                <a:latin typeface="Corbel"/>
                <a:ea typeface="Corbel"/>
                <a:cs typeface="Corbel"/>
                <a:sym typeface="Corbel"/>
              </a:rPr>
              <a:t>.</a:t>
            </a:r>
            <a:endParaRPr/>
          </a:p>
          <a:p>
            <a:pPr indent="0" lvl="0" marL="0" marR="0" rtl="0" algn="l">
              <a:lnSpc>
                <a:spcPct val="100000"/>
              </a:lnSpc>
              <a:spcBef>
                <a:spcPts val="0"/>
              </a:spcBef>
              <a:spcAft>
                <a:spcPts val="0"/>
              </a:spcAft>
              <a:buClr>
                <a:srgbClr val="8D1415"/>
              </a:buClr>
              <a:buSzPts val="1800"/>
              <a:buFont typeface="Arial"/>
              <a:buNone/>
            </a:pPr>
            <a:r>
              <a:rPr b="1" i="0" lang="en-US" sz="1800" u="none" cap="none" strike="noStrike">
                <a:solidFill>
                  <a:srgbClr val="8D1415"/>
                </a:solidFill>
                <a:latin typeface="Corbel"/>
                <a:ea typeface="Corbel"/>
                <a:cs typeface="Corbel"/>
                <a:sym typeface="Corbel"/>
              </a:rPr>
              <a:t>TERMINALS</a:t>
            </a:r>
            <a:endParaRPr/>
          </a:p>
          <a:p>
            <a:pPr indent="0" lvl="0" marL="0" marR="0" rtl="0" algn="l">
              <a:lnSpc>
                <a:spcPct val="100000"/>
              </a:lnSpc>
              <a:spcBef>
                <a:spcPts val="0"/>
              </a:spcBef>
              <a:spcAft>
                <a:spcPts val="0"/>
              </a:spcAft>
              <a:buClr>
                <a:srgbClr val="CC0099"/>
              </a:buClr>
              <a:buSzPts val="1400"/>
              <a:buFont typeface="Arial"/>
              <a:buNone/>
            </a:pPr>
            <a:r>
              <a:rPr b="0" i="0" lang="en-US" sz="1400" u="none" cap="none" strike="noStrike">
                <a:solidFill>
                  <a:srgbClr val="CC0099"/>
                </a:solidFill>
                <a:latin typeface="Corbel"/>
                <a:ea typeface="Corbel"/>
                <a:cs typeface="Corbel"/>
                <a:sym typeface="Corbel"/>
              </a:rPr>
              <a:t>Whenever a container is changed from one method of transport to another, it is referred to as ‘changing the mode’, and a container terminal is any location where this change takes place — for instance, a container that is being hauled on the roads by a truck can then be placed onto a train and travel by rail.</a:t>
            </a: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Corbel"/>
              <a:ea typeface="Corbel"/>
              <a:cs typeface="Corbel"/>
              <a:sym typeface="Corbel"/>
            </a:endParaRPr>
          </a:p>
          <a:p>
            <a:pPr indent="0" lvl="0" marL="0" marR="0" rtl="0" algn="l">
              <a:lnSpc>
                <a:spcPct val="100000"/>
              </a:lnSpc>
              <a:spcBef>
                <a:spcPts val="0"/>
              </a:spcBef>
              <a:spcAft>
                <a:spcPts val="0"/>
              </a:spcAft>
              <a:buClr>
                <a:srgbClr val="8D1415"/>
              </a:buClr>
              <a:buSzPts val="2400"/>
              <a:buFont typeface="Arial"/>
              <a:buNone/>
            </a:pPr>
            <a:r>
              <a:rPr b="1" i="0" lang="en-US" sz="2400" u="none" cap="none" strike="noStrike">
                <a:solidFill>
                  <a:srgbClr val="8D1415"/>
                </a:solidFill>
                <a:latin typeface="Corbel"/>
                <a:ea typeface="Corbel"/>
                <a:cs typeface="Corbel"/>
                <a:sym typeface="Corbel"/>
              </a:rPr>
              <a:t>YARDS</a:t>
            </a:r>
            <a:endParaRPr/>
          </a:p>
          <a:p>
            <a:pPr indent="0" lvl="0" marL="0" marR="0" rtl="0" algn="l">
              <a:lnSpc>
                <a:spcPct val="100000"/>
              </a:lnSpc>
              <a:spcBef>
                <a:spcPts val="0"/>
              </a:spcBef>
              <a:spcAft>
                <a:spcPts val="0"/>
              </a:spcAft>
              <a:buClr>
                <a:srgbClr val="CC0099"/>
              </a:buClr>
              <a:buSzPts val="1400"/>
              <a:buFont typeface="Arial"/>
              <a:buNone/>
            </a:pPr>
            <a:r>
              <a:rPr b="0" i="0" lang="en-US" sz="1400" u="none" cap="none" strike="noStrike">
                <a:solidFill>
                  <a:srgbClr val="CC0099"/>
                </a:solidFill>
                <a:latin typeface="Corbel"/>
                <a:ea typeface="Corbel"/>
                <a:cs typeface="Corbel"/>
                <a:sym typeface="Corbel"/>
              </a:rPr>
              <a:t>Container yards, quite simply,  areas of storage for empty containers. After a container has been deconsolidated at a depot (or unloaded directly by the importer), they are relocated to a yard where they are stored until their next assignment.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8"/>
          <p:cNvSpPr txBox="1"/>
          <p:nvPr>
            <p:ph type="title"/>
          </p:nvPr>
        </p:nvSpPr>
        <p:spPr>
          <a:xfrm>
            <a:off x="1462384" y="149379"/>
            <a:ext cx="7478700" cy="268200"/>
          </a:xfrm>
          <a:prstGeom prst="rect">
            <a:avLst/>
          </a:prstGeom>
          <a:noFill/>
          <a:ln>
            <a:noFill/>
          </a:ln>
        </p:spPr>
        <p:txBody>
          <a:bodyPr anchorCtr="0" anchor="t" bIns="17150" lIns="34275" spcFirstLastPara="1" rIns="34275" wrap="square" tIns="17150">
            <a:noAutofit/>
          </a:bodyPr>
          <a:lstStyle/>
          <a:p>
            <a:pPr indent="0" lvl="0" marL="0" marR="0" rtl="0" algn="l">
              <a:lnSpc>
                <a:spcPct val="100000"/>
              </a:lnSpc>
              <a:spcBef>
                <a:spcPts val="0"/>
              </a:spcBef>
              <a:spcAft>
                <a:spcPts val="0"/>
              </a:spcAft>
              <a:buClr>
                <a:srgbClr val="BD0F72"/>
              </a:buClr>
              <a:buSzPts val="1900"/>
              <a:buFont typeface="Arial Black"/>
              <a:buNone/>
            </a:pPr>
            <a:r>
              <a:rPr lang="en-US"/>
              <a:t>Shipping Information</a:t>
            </a:r>
            <a:endParaRPr/>
          </a:p>
        </p:txBody>
      </p:sp>
      <p:pic>
        <p:nvPicPr>
          <p:cNvPr id="494" name="Google Shape;494;p18"/>
          <p:cNvPicPr preferRelativeResize="0"/>
          <p:nvPr/>
        </p:nvPicPr>
        <p:blipFill rotWithShape="1">
          <a:blip r:embed="rId3">
            <a:alphaModFix/>
          </a:blip>
          <a:srcRect b="0" l="0" r="0" t="0"/>
          <a:stretch/>
        </p:blipFill>
        <p:spPr>
          <a:xfrm>
            <a:off x="557561" y="536012"/>
            <a:ext cx="7939668" cy="4346596"/>
          </a:xfrm>
          <a:prstGeom prst="rect">
            <a:avLst/>
          </a:prstGeom>
          <a:noFill/>
          <a:ln>
            <a:noFill/>
          </a:ln>
          <a:effectLst>
            <a:outerShdw blurRad="149987" algn="ctr" dir="8460000" dist="250190">
              <a:srgbClr val="000000">
                <a:alpha val="27843"/>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NE PPT Template-16X9">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Krizel Laureles</dc:creator>
</cp:coreProperties>
</file>